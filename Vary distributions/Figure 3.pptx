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1CC"/>
    <a:srgbClr val="1C90FF"/>
    <a:srgbClr val="33CD32"/>
    <a:srgbClr val="FFD800"/>
    <a:srgbClr val="FF4500"/>
    <a:srgbClr val="8B0000"/>
    <a:srgbClr val="1B9E76"/>
    <a:srgbClr val="2E86AB"/>
    <a:srgbClr val="D72727"/>
    <a:srgbClr val="1E7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C6F127-4B78-8240-AE2E-051FA25A2949}" v="2" dt="2025-10-10T09:08:36.337"/>
    <p1510:client id="{57788B9D-A94D-FD43-A2D1-13C0812CF3D7}" v="1" dt="2025-10-09T15:44:22.127"/>
    <p1510:client id="{8869CB7C-74C5-EE45-AF7E-D61D9316F58F}" v="42" dt="2025-10-10T08:59:46.274"/>
    <p1510:client id="{DC8C2CC5-D49B-3942-8321-F1E396D5AC83}" v="7" dt="2025-10-10T09:05:27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/>
    <p:restoredTop sz="94658"/>
  </p:normalViewPr>
  <p:slideViewPr>
    <p:cSldViewPr snapToGrid="0">
      <p:cViewPr>
        <p:scale>
          <a:sx n="270" d="100"/>
          <a:sy n="270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e, Alex" userId="8983bf48-a9db-4644-8e0f-9ce59a9cb41f" providerId="ADAL" clId="{99F37294-9DC0-590B-AC7C-C3C1D6566DF0}"/>
    <pc:docChg chg="undo redo custSel modSld">
      <pc:chgData name="Kaye, Alex" userId="8983bf48-a9db-4644-8e0f-9ce59a9cb41f" providerId="ADAL" clId="{99F37294-9DC0-590B-AC7C-C3C1D6566DF0}" dt="2025-10-10T09:09:16.144" v="352" actId="20577"/>
      <pc:docMkLst>
        <pc:docMk/>
      </pc:docMkLst>
      <pc:sldChg chg="addSp delSp modSp mod">
        <pc:chgData name="Kaye, Alex" userId="8983bf48-a9db-4644-8e0f-9ce59a9cb41f" providerId="ADAL" clId="{99F37294-9DC0-590B-AC7C-C3C1D6566DF0}" dt="2025-10-10T09:09:16.144" v="352" actId="20577"/>
        <pc:sldMkLst>
          <pc:docMk/>
          <pc:sldMk cId="727177500" sldId="256"/>
        </pc:sldMkLst>
        <pc:spChg chg="add del mod topLvl">
          <ac:chgData name="Kaye, Alex" userId="8983bf48-a9db-4644-8e0f-9ce59a9cb41f" providerId="ADAL" clId="{99F37294-9DC0-590B-AC7C-C3C1D6566DF0}" dt="2025-10-10T09:08:07.464" v="346" actId="478"/>
          <ac:spMkLst>
            <pc:docMk/>
            <pc:sldMk cId="727177500" sldId="256"/>
            <ac:spMk id="3" creationId="{9BF73AB5-F31C-3EE4-1ABF-38EB568EC0E5}"/>
          </ac:spMkLst>
        </pc:spChg>
        <pc:spChg chg="add del mod topLvl">
          <ac:chgData name="Kaye, Alex" userId="8983bf48-a9db-4644-8e0f-9ce59a9cb41f" providerId="ADAL" clId="{99F37294-9DC0-590B-AC7C-C3C1D6566DF0}" dt="2025-10-10T09:08:07.464" v="346" actId="478"/>
          <ac:spMkLst>
            <pc:docMk/>
            <pc:sldMk cId="727177500" sldId="256"/>
            <ac:spMk id="5" creationId="{44AC8629-9B31-5606-303E-33DB5226F538}"/>
          </ac:spMkLst>
        </pc:spChg>
        <pc:spChg chg="add del mod topLvl">
          <ac:chgData name="Kaye, Alex" userId="8983bf48-a9db-4644-8e0f-9ce59a9cb41f" providerId="ADAL" clId="{99F37294-9DC0-590B-AC7C-C3C1D6566DF0}" dt="2025-10-10T09:08:05.629" v="345" actId="478"/>
          <ac:spMkLst>
            <pc:docMk/>
            <pc:sldMk cId="727177500" sldId="256"/>
            <ac:spMk id="7" creationId="{196FB335-A189-78EB-3BD7-8FD0D6B436A4}"/>
          </ac:spMkLst>
        </pc:spChg>
        <pc:spChg chg="mod topLvl">
          <ac:chgData name="Kaye, Alex" userId="8983bf48-a9db-4644-8e0f-9ce59a9cb41f" providerId="ADAL" clId="{99F37294-9DC0-590B-AC7C-C3C1D6566DF0}" dt="2025-10-10T08:56:12.701" v="276" actId="165"/>
          <ac:spMkLst>
            <pc:docMk/>
            <pc:sldMk cId="727177500" sldId="256"/>
            <ac:spMk id="9" creationId="{10198727-5510-311B-9278-AFA46A292371}"/>
          </ac:spMkLst>
        </pc:spChg>
        <pc:spChg chg="add mod topLvl">
          <ac:chgData name="Kaye, Alex" userId="8983bf48-a9db-4644-8e0f-9ce59a9cb41f" providerId="ADAL" clId="{99F37294-9DC0-590B-AC7C-C3C1D6566DF0}" dt="2025-10-10T09:09:16.144" v="352" actId="20577"/>
          <ac:spMkLst>
            <pc:docMk/>
            <pc:sldMk cId="727177500" sldId="256"/>
            <ac:spMk id="12" creationId="{55CD1A5B-D669-4A97-8C68-0D688E1B33BC}"/>
          </ac:spMkLst>
        </pc:spChg>
        <pc:spChg chg="add del mod">
          <ac:chgData name="Kaye, Alex" userId="8983bf48-a9db-4644-8e0f-9ce59a9cb41f" providerId="ADAL" clId="{99F37294-9DC0-590B-AC7C-C3C1D6566DF0}" dt="2025-10-10T09:08:05.629" v="345" actId="478"/>
          <ac:spMkLst>
            <pc:docMk/>
            <pc:sldMk cId="727177500" sldId="256"/>
            <ac:spMk id="14" creationId="{03990A61-67C3-C4E6-584A-D4C00169764A}"/>
          </ac:spMkLst>
        </pc:spChg>
        <pc:spChg chg="del mod">
          <ac:chgData name="Kaye, Alex" userId="8983bf48-a9db-4644-8e0f-9ce59a9cb41f" providerId="ADAL" clId="{99F37294-9DC0-590B-AC7C-C3C1D6566DF0}" dt="2025-10-09T16:39:19.629" v="153" actId="478"/>
          <ac:spMkLst>
            <pc:docMk/>
            <pc:sldMk cId="727177500" sldId="256"/>
            <ac:spMk id="15" creationId="{8889F7E0-0035-1DD1-FB7D-EB946F1B3C77}"/>
          </ac:spMkLst>
        </pc:spChg>
        <pc:spChg chg="del mod">
          <ac:chgData name="Kaye, Alex" userId="8983bf48-a9db-4644-8e0f-9ce59a9cb41f" providerId="ADAL" clId="{99F37294-9DC0-590B-AC7C-C3C1D6566DF0}" dt="2025-10-09T16:39:22.143" v="154" actId="478"/>
          <ac:spMkLst>
            <pc:docMk/>
            <pc:sldMk cId="727177500" sldId="256"/>
            <ac:spMk id="16" creationId="{620635BE-A54A-88B6-A213-5BB8F307184F}"/>
          </ac:spMkLst>
        </pc:spChg>
        <pc:spChg chg="del mod">
          <ac:chgData name="Kaye, Alex" userId="8983bf48-a9db-4644-8e0f-9ce59a9cb41f" providerId="ADAL" clId="{99F37294-9DC0-590B-AC7C-C3C1D6566DF0}" dt="2025-10-09T16:39:22.143" v="154" actId="478"/>
          <ac:spMkLst>
            <pc:docMk/>
            <pc:sldMk cId="727177500" sldId="256"/>
            <ac:spMk id="17" creationId="{DD538B4C-02EB-E92D-38EC-A917002A6669}"/>
          </ac:spMkLst>
        </pc:spChg>
        <pc:spChg chg="add del mod topLvl">
          <ac:chgData name="Kaye, Alex" userId="8983bf48-a9db-4644-8e0f-9ce59a9cb41f" providerId="ADAL" clId="{99F37294-9DC0-590B-AC7C-C3C1D6566DF0}" dt="2025-10-10T09:08:05.629" v="345" actId="478"/>
          <ac:spMkLst>
            <pc:docMk/>
            <pc:sldMk cId="727177500" sldId="256"/>
            <ac:spMk id="19" creationId="{B091473A-A9AC-57C4-5CD9-629D39B97825}"/>
          </ac:spMkLst>
        </pc:spChg>
        <pc:grpChg chg="add mod">
          <ac:chgData name="Kaye, Alex" userId="8983bf48-a9db-4644-8e0f-9ce59a9cb41f" providerId="ADAL" clId="{99F37294-9DC0-590B-AC7C-C3C1D6566DF0}" dt="2025-10-10T08:56:01.709" v="275" actId="14100"/>
          <ac:grpSpMkLst>
            <pc:docMk/>
            <pc:sldMk cId="727177500" sldId="256"/>
            <ac:grpSpMk id="8" creationId="{C3DBE9C0-770C-F407-49C9-47DA3D4F0B59}"/>
          </ac:grpSpMkLst>
        </pc:grpChg>
        <pc:picChg chg="add del mod topLvl">
          <ac:chgData name="Kaye, Alex" userId="8983bf48-a9db-4644-8e0f-9ce59a9cb41f" providerId="ADAL" clId="{99F37294-9DC0-590B-AC7C-C3C1D6566DF0}" dt="2025-10-10T09:08:07.464" v="346" actId="478"/>
          <ac:picMkLst>
            <pc:docMk/>
            <pc:sldMk cId="727177500" sldId="256"/>
            <ac:picMk id="2" creationId="{26E1CC3A-F5DD-FB73-650F-0A9F42F7A2E9}"/>
          </ac:picMkLst>
        </pc:picChg>
        <pc:picChg chg="add mod">
          <ac:chgData name="Kaye, Alex" userId="8983bf48-a9db-4644-8e0f-9ce59a9cb41f" providerId="ADAL" clId="{99F37294-9DC0-590B-AC7C-C3C1D6566DF0}" dt="2025-10-09T16:38:16.493" v="112" actId="931"/>
          <ac:picMkLst>
            <pc:docMk/>
            <pc:sldMk cId="727177500" sldId="256"/>
            <ac:picMk id="3" creationId="{8F1EC2E8-2D3A-8D14-0FAA-2F375118F1CF}"/>
          </ac:picMkLst>
        </pc:picChg>
        <pc:picChg chg="add del mod">
          <ac:chgData name="Kaye, Alex" userId="8983bf48-a9db-4644-8e0f-9ce59a9cb41f" providerId="ADAL" clId="{99F37294-9DC0-590B-AC7C-C3C1D6566DF0}" dt="2025-10-10T09:08:07.464" v="346" actId="478"/>
          <ac:picMkLst>
            <pc:docMk/>
            <pc:sldMk cId="727177500" sldId="256"/>
            <ac:picMk id="4" creationId="{E8F28E93-3D49-43A5-8251-3F5F81385CEE}"/>
          </ac:picMkLst>
        </pc:picChg>
        <pc:picChg chg="del mod">
          <ac:chgData name="Kaye, Alex" userId="8983bf48-a9db-4644-8e0f-9ce59a9cb41f" providerId="ADAL" clId="{99F37294-9DC0-590B-AC7C-C3C1D6566DF0}" dt="2025-10-09T16:35:12.539" v="107" actId="478"/>
          <ac:picMkLst>
            <pc:docMk/>
            <pc:sldMk cId="727177500" sldId="256"/>
            <ac:picMk id="5" creationId="{536E9965-903A-7BF5-04CA-E3B9C6B349E2}"/>
          </ac:picMkLst>
        </pc:picChg>
        <pc:picChg chg="add del mod">
          <ac:chgData name="Kaye, Alex" userId="8983bf48-a9db-4644-8e0f-9ce59a9cb41f" providerId="ADAL" clId="{99F37294-9DC0-590B-AC7C-C3C1D6566DF0}" dt="2025-10-10T09:08:05.629" v="345" actId="478"/>
          <ac:picMkLst>
            <pc:docMk/>
            <pc:sldMk cId="727177500" sldId="256"/>
            <ac:picMk id="6" creationId="{943EBDC3-4727-D3D4-2F64-A259AFF5005A}"/>
          </ac:picMkLst>
        </pc:picChg>
        <pc:picChg chg="add del mod">
          <ac:chgData name="Kaye, Alex" userId="8983bf48-a9db-4644-8e0f-9ce59a9cb41f" providerId="ADAL" clId="{99F37294-9DC0-590B-AC7C-C3C1D6566DF0}" dt="2025-10-09T16:38:27.738" v="116" actId="478"/>
          <ac:picMkLst>
            <pc:docMk/>
            <pc:sldMk cId="727177500" sldId="256"/>
            <ac:picMk id="6" creationId="{BD1390EF-7992-0024-15B5-8F475C2A28F7}"/>
          </ac:picMkLst>
        </pc:picChg>
        <pc:picChg chg="del">
          <ac:chgData name="Kaye, Alex" userId="8983bf48-a9db-4644-8e0f-9ce59a9cb41f" providerId="ADAL" clId="{99F37294-9DC0-590B-AC7C-C3C1D6566DF0}" dt="2025-10-09T16:39:16.996" v="152" actId="478"/>
          <ac:picMkLst>
            <pc:docMk/>
            <pc:sldMk cId="727177500" sldId="256"/>
            <ac:picMk id="8" creationId="{9A1A7B5B-717E-8FB2-0399-D2834C164B6C}"/>
          </ac:picMkLst>
        </pc:picChg>
        <pc:picChg chg="add mod topLvl">
          <ac:chgData name="Kaye, Alex" userId="8983bf48-a9db-4644-8e0f-9ce59a9cb41f" providerId="ADAL" clId="{99F37294-9DC0-590B-AC7C-C3C1D6566DF0}" dt="2025-10-10T09:08:24.226" v="347" actId="14826"/>
          <ac:picMkLst>
            <pc:docMk/>
            <pc:sldMk cId="727177500" sldId="256"/>
            <ac:picMk id="10" creationId="{092E1BE9-ED39-C639-59F1-29738E98BC6C}"/>
          </ac:picMkLst>
        </pc:picChg>
        <pc:picChg chg="add mod topLvl">
          <ac:chgData name="Kaye, Alex" userId="8983bf48-a9db-4644-8e0f-9ce59a9cb41f" providerId="ADAL" clId="{99F37294-9DC0-590B-AC7C-C3C1D6566DF0}" dt="2025-10-10T09:08:53.424" v="350" actId="1076"/>
          <ac:picMkLst>
            <pc:docMk/>
            <pc:sldMk cId="727177500" sldId="256"/>
            <ac:picMk id="11" creationId="{35847F83-C7B1-2591-414F-4EB8F905C9BB}"/>
          </ac:picMkLst>
        </pc:picChg>
        <pc:picChg chg="del">
          <ac:chgData name="Kaye, Alex" userId="8983bf48-a9db-4644-8e0f-9ce59a9cb41f" providerId="ADAL" clId="{99F37294-9DC0-590B-AC7C-C3C1D6566DF0}" dt="2025-10-09T16:39:22.143" v="154" actId="478"/>
          <ac:picMkLst>
            <pc:docMk/>
            <pc:sldMk cId="727177500" sldId="256"/>
            <ac:picMk id="13" creationId="{764300D7-7C5D-0601-7725-2F262E3F9078}"/>
          </ac:picMkLst>
        </pc:picChg>
        <pc:picChg chg="add del mod">
          <ac:chgData name="Kaye, Alex" userId="8983bf48-a9db-4644-8e0f-9ce59a9cb41f" providerId="ADAL" clId="{99F37294-9DC0-590B-AC7C-C3C1D6566DF0}" dt="2025-10-10T09:08:05.629" v="345" actId="478"/>
          <ac:picMkLst>
            <pc:docMk/>
            <pc:sldMk cId="727177500" sldId="256"/>
            <ac:picMk id="13" creationId="{CA675437-CF90-930C-A8B9-1E29829C5EA6}"/>
          </ac:picMkLst>
        </pc:picChg>
        <pc:picChg chg="del">
          <ac:chgData name="Kaye, Alex" userId="8983bf48-a9db-4644-8e0f-9ce59a9cb41f" providerId="ADAL" clId="{99F37294-9DC0-590B-AC7C-C3C1D6566DF0}" dt="2025-10-09T16:39:22.143" v="154" actId="478"/>
          <ac:picMkLst>
            <pc:docMk/>
            <pc:sldMk cId="727177500" sldId="256"/>
            <ac:picMk id="14" creationId="{2BC0B595-9A06-651E-515E-25D7D53103FD}"/>
          </ac:picMkLst>
        </pc:picChg>
        <pc:picChg chg="add del mod topLvl">
          <ac:chgData name="Kaye, Alex" userId="8983bf48-a9db-4644-8e0f-9ce59a9cb41f" providerId="ADAL" clId="{99F37294-9DC0-590B-AC7C-C3C1D6566DF0}" dt="2025-10-10T09:08:05.629" v="345" actId="478"/>
          <ac:picMkLst>
            <pc:docMk/>
            <pc:sldMk cId="727177500" sldId="256"/>
            <ac:picMk id="18" creationId="{D637DBD8-9DA6-9FAD-08BD-40BB0E922B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4FB7A-6224-8F47-83FA-7D1C332BED81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1340C-0B69-CD44-9AFF-5C2DB56BE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41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1340C-0B69-CD44-9AFF-5C2DB56BE8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56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D4E9-67E9-C56A-ED5C-9606EFB7E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42E40-FE93-0EB5-F12C-6418A4B6C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26430-EF09-0D09-B56F-7C6A649AD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F7047-0B98-B713-03AC-164D95F5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5BF2A-D8BF-2571-C830-AF9A9C5B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7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7284F-AF69-1D6E-D40C-599E1E48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F26F4-52CC-38BF-ACC6-7C3B2644D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9D3CA-5C0C-7052-E061-8F9B29450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0F48-6975-8DD3-3BDF-785AFF64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CA5D3-8477-C628-3199-630CEFE3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4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B6C-CB69-3C7A-548C-BF6A1D3E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8D5D4-EEF0-BCEF-0092-52E09926C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21631-D709-9C70-C6A6-AC3EE6DD5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F97FC-FAF4-D33C-1B14-61AFD48F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8C5CD-57C0-DDAE-0DFC-3FF8088F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8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D7690-9A2D-7000-54DF-C6A31E4B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027CE-A70D-F4B7-B8FB-FB20FCC50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0CA15-E18E-76A9-CBD1-B451EA93D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A8DE2-BB9B-6DB1-E5B5-BCC415036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A19B7-0D98-9155-767F-156E89685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DDEA9-494F-28D0-3095-A17148756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1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CB943-B675-1EFC-EFBA-35310754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06028-8217-53AF-6331-0AD404E9B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30B99-3C8A-3FC3-2D7E-CD2F82CAB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16A85B-CF1B-6EF0-FAD4-855693030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47F6C-5E1B-E1A8-400E-5A03A123F9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91BA8-4ECE-3E01-0D5A-E72E40987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C0017A-BF63-E026-73C1-DEA728480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BBC8E7-9223-B459-F0F5-3C4E55A8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13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A2E5-7F94-4D70-12AA-1D372FC88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AFD47-3791-5CD3-16B0-FEB2DF96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F81F3-249A-024A-8978-A86904E08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51258-351F-EFC9-1C0E-E4246F1B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8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2E917-B853-0C2B-08E2-B3D411D0F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FFB4E-5EFE-F8CC-5A02-BC67EAC1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A9C65-4D14-F313-3ABC-EB2C51EB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4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E4DAA-3D11-F0ED-63C4-8C2EA561F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789E3-B0A1-C873-3560-D27A082AB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EAE53-4DB2-E568-F4BE-6229F22E8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F3BCA-CD8D-EAB8-5C62-157FF165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E200E-3C1A-8183-504B-2823EE70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9DE6E-0DC5-331A-02AC-CA351632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38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6A09A-8A69-7B41-5511-F879B2A1D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DB0EED-43DC-E492-0447-C659BFC9F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8B876-859F-0770-30B1-9990DA0B2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B2B8D-FB80-ECEA-7EF2-B0946FC7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BBB41-0F5B-B500-2EF6-347E4238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8FE98-C769-C9B0-50C4-7EEF63C3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2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28C9-E92C-31C3-AD9A-D5D06216D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51D28-07BD-4965-98F1-6696E8C14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01938-4FC9-2356-6B7B-E80D658B4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8625B-9AF9-E37F-7E8F-9FB999B0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E33CE-E820-049C-1900-76985A1A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748E54-6CF1-F3DD-1310-F2BABB1126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B7314-DB62-7C39-579A-AFC5E58DD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177D5-DB4D-F138-835B-D7CF5E14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6CE78-B97A-9523-EB9D-EC247AFE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16238-806E-7134-69B2-864FFC04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22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7A326C-21E5-C2FC-57B1-283AFD18A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809DA-EF8B-77B8-FF67-A5DC5EAF2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CE06C-9C0F-69A1-5CE6-865053219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24943-A58D-FA50-B7A5-D5F0C8745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D6963-A579-1835-9908-3631874F7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10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emf"/><Relationship Id="rId21" Type="http://schemas.openxmlformats.org/officeDocument/2006/relationships/image" Target="../media/image19.png"/><Relationship Id="rId7" Type="http://schemas.openxmlformats.org/officeDocument/2006/relationships/image" Target="../media/image5.emf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emf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3B4F1DD2-7ACD-E814-0E02-173087B8C9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9757" y="69574"/>
            <a:ext cx="1873329" cy="18733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53DDFB-CDE5-5D4B-D76B-7388FBE486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31379" y="69574"/>
            <a:ext cx="1873329" cy="187332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D63651-C269-2A49-AA55-B29D8418D6E2}"/>
              </a:ext>
            </a:extLst>
          </p:cNvPr>
          <p:cNvSpPr txBox="1"/>
          <p:nvPr/>
        </p:nvSpPr>
        <p:spPr>
          <a:xfrm>
            <a:off x="596214" y="69574"/>
            <a:ext cx="3270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A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757FA84-28E5-F7F7-6937-317D084326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631379" y="2051965"/>
            <a:ext cx="1873329" cy="187332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064E8CC-DC47-F414-30E1-D31872A6C315}"/>
              </a:ext>
            </a:extLst>
          </p:cNvPr>
          <p:cNvSpPr txBox="1"/>
          <p:nvPr/>
        </p:nvSpPr>
        <p:spPr>
          <a:xfrm>
            <a:off x="596214" y="2115464"/>
            <a:ext cx="3270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B</a:t>
            </a:r>
            <a:endParaRPr lang="en-US" sz="12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CD46CBE-83AC-F009-D466-82E87F6A5A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631378" y="4097856"/>
            <a:ext cx="1873329" cy="187332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437ACDD-F04A-0342-65F0-DB28F61EFF3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5711" y="2051965"/>
            <a:ext cx="1873329" cy="187332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E894DD5D-2CED-5F0D-695D-87A557613D0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59756" y="4097855"/>
            <a:ext cx="1873329" cy="187332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E0D5DF6-24ED-80F0-1385-51DD33DFA835}"/>
              </a:ext>
            </a:extLst>
          </p:cNvPr>
          <p:cNvSpPr txBox="1"/>
          <p:nvPr/>
        </p:nvSpPr>
        <p:spPr>
          <a:xfrm>
            <a:off x="596214" y="4097855"/>
            <a:ext cx="3270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C</a:t>
            </a:r>
            <a:endParaRPr lang="en-US" sz="1200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9EAF876-444B-E1D5-E655-6DD40E340342}"/>
              </a:ext>
            </a:extLst>
          </p:cNvPr>
          <p:cNvGrpSpPr/>
          <p:nvPr/>
        </p:nvGrpSpPr>
        <p:grpSpPr>
          <a:xfrm>
            <a:off x="1937542" y="4624006"/>
            <a:ext cx="550908" cy="496921"/>
            <a:chOff x="2152395" y="4605188"/>
            <a:chExt cx="550908" cy="496921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E6A5E27-F642-F570-DDD5-5D0F9049ED8C}"/>
                </a:ext>
              </a:extLst>
            </p:cNvPr>
            <p:cNvSpPr/>
            <p:nvPr/>
          </p:nvSpPr>
          <p:spPr>
            <a:xfrm>
              <a:off x="2152395" y="4605188"/>
              <a:ext cx="550908" cy="496921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7DB974FD-31C0-39CB-AFB2-F4ED23387A31}"/>
                    </a:ext>
                  </a:extLst>
                </p:cNvPr>
                <p:cNvSpPr txBox="1"/>
                <p:nvPr/>
              </p:nvSpPr>
              <p:spPr>
                <a:xfrm>
                  <a:off x="2294086" y="4622817"/>
                  <a:ext cx="38408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=1.5,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7DB974FD-31C0-39CB-AFB2-F4ED23387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622817"/>
                  <a:ext cx="384080" cy="76944"/>
                </a:xfrm>
                <a:prstGeom prst="rect">
                  <a:avLst/>
                </a:prstGeom>
                <a:blipFill>
                  <a:blip r:embed="rId9"/>
                  <a:stretch>
                    <a:fillRect l="-3226" r="-3226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7B97DF9-A2B1-8A20-629B-F62129A69388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664819"/>
              <a:ext cx="72000" cy="0"/>
            </a:xfrm>
            <a:prstGeom prst="line">
              <a:avLst/>
            </a:prstGeom>
            <a:ln w="12700">
              <a:solidFill>
                <a:srgbClr val="8B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E8BE0613-ABDA-AF65-3848-F7069E524077}"/>
                    </a:ext>
                  </a:extLst>
                </p:cNvPr>
                <p:cNvSpPr txBox="1"/>
                <p:nvPr/>
              </p:nvSpPr>
              <p:spPr>
                <a:xfrm>
                  <a:off x="2294086" y="4699761"/>
                  <a:ext cx="38408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=2.0,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E8BE0613-ABDA-AF65-3848-F7069E5240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699761"/>
                  <a:ext cx="384080" cy="76944"/>
                </a:xfrm>
                <a:prstGeom prst="rect">
                  <a:avLst/>
                </a:prstGeom>
                <a:blipFill>
                  <a:blip r:embed="rId10"/>
                  <a:stretch>
                    <a:fillRect l="-3226" r="-3226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A5BAA6D0-E89A-407E-577C-5C0302A2987F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741763"/>
              <a:ext cx="72000" cy="0"/>
            </a:xfrm>
            <a:prstGeom prst="line">
              <a:avLst/>
            </a:prstGeom>
            <a:ln w="12700">
              <a:solidFill>
                <a:srgbClr val="FF4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11048A00-57CA-CA8D-EEF8-CC5EDDD4D9E0}"/>
                    </a:ext>
                  </a:extLst>
                </p:cNvPr>
                <p:cNvSpPr txBox="1"/>
                <p:nvPr/>
              </p:nvSpPr>
              <p:spPr>
                <a:xfrm>
                  <a:off x="2294086" y="4776705"/>
                  <a:ext cx="380617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GB" sz="500" i="1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.0,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11048A00-57CA-CA8D-EEF8-CC5EDDD4D9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776705"/>
                  <a:ext cx="380617" cy="76944"/>
                </a:xfrm>
                <a:prstGeom prst="rect">
                  <a:avLst/>
                </a:prstGeom>
                <a:blipFill>
                  <a:blip r:embed="rId11"/>
                  <a:stretch>
                    <a:fillRect l="-3226" r="-3226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69BA7C89-9A18-2A6D-7541-BF7BE2D38CBD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818707"/>
              <a:ext cx="72000" cy="0"/>
            </a:xfrm>
            <a:prstGeom prst="line">
              <a:avLst/>
            </a:prstGeom>
            <a:ln w="12700">
              <a:solidFill>
                <a:srgbClr val="FFD8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A9B10095-D2CF-3620-7C8A-1690D1673472}"/>
                    </a:ext>
                  </a:extLst>
                </p:cNvPr>
                <p:cNvSpPr txBox="1"/>
                <p:nvPr/>
              </p:nvSpPr>
              <p:spPr>
                <a:xfrm>
                  <a:off x="2294086" y="4853649"/>
                  <a:ext cx="38408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=4.0,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A9B10095-D2CF-3620-7C8A-1690D16734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853649"/>
                  <a:ext cx="384080" cy="76944"/>
                </a:xfrm>
                <a:prstGeom prst="rect">
                  <a:avLst/>
                </a:prstGeom>
                <a:blipFill>
                  <a:blip r:embed="rId12"/>
                  <a:stretch>
                    <a:fillRect l="-3226" r="-3226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5BBD1D2-C294-23FA-7351-0FDE580AD859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895651"/>
              <a:ext cx="72000" cy="0"/>
            </a:xfrm>
            <a:prstGeom prst="line">
              <a:avLst/>
            </a:prstGeom>
            <a:ln w="12700">
              <a:solidFill>
                <a:srgbClr val="33CD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96DF2B4C-466C-DF6D-E0A1-5CBE4D51EA3F}"/>
                    </a:ext>
                  </a:extLst>
                </p:cNvPr>
                <p:cNvSpPr txBox="1"/>
                <p:nvPr/>
              </p:nvSpPr>
              <p:spPr>
                <a:xfrm>
                  <a:off x="2294086" y="4930593"/>
                  <a:ext cx="38408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=5.0,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96DF2B4C-466C-DF6D-E0A1-5CBE4D51EA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930593"/>
                  <a:ext cx="384080" cy="76944"/>
                </a:xfrm>
                <a:prstGeom prst="rect">
                  <a:avLst/>
                </a:prstGeom>
                <a:blipFill>
                  <a:blip r:embed="rId13"/>
                  <a:stretch>
                    <a:fillRect l="-3226" r="-3226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49A7FF0-56F0-ECB8-0458-5D529F6673FC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972595"/>
              <a:ext cx="72000" cy="0"/>
            </a:xfrm>
            <a:prstGeom prst="line">
              <a:avLst/>
            </a:prstGeom>
            <a:ln w="12700">
              <a:solidFill>
                <a:srgbClr val="1C9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3B8FAE85-6E09-FDBA-D6CD-E3050FE6F166}"/>
                    </a:ext>
                  </a:extLst>
                </p:cNvPr>
                <p:cNvSpPr txBox="1"/>
                <p:nvPr/>
              </p:nvSpPr>
              <p:spPr>
                <a:xfrm>
                  <a:off x="2294086" y="5007537"/>
                  <a:ext cx="38408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=6.0,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3B8FAE85-6E09-FDBA-D6CD-E3050FE6F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5007537"/>
                  <a:ext cx="384080" cy="76944"/>
                </a:xfrm>
                <a:prstGeom prst="rect">
                  <a:avLst/>
                </a:prstGeom>
                <a:blipFill>
                  <a:blip r:embed="rId14"/>
                  <a:stretch>
                    <a:fillRect l="-3226" r="-3226" b="-3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05213D2-61BE-5DC9-B984-D15A18C26B68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5049539"/>
              <a:ext cx="72000" cy="0"/>
            </a:xfrm>
            <a:prstGeom prst="line">
              <a:avLst/>
            </a:prstGeom>
            <a:ln w="12700">
              <a:solidFill>
                <a:srgbClr val="9931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48D9E43-4B8A-8FAE-DBC1-EEEBD2856833}"/>
              </a:ext>
            </a:extLst>
          </p:cNvPr>
          <p:cNvGrpSpPr/>
          <p:nvPr/>
        </p:nvGrpSpPr>
        <p:grpSpPr>
          <a:xfrm>
            <a:off x="1929513" y="2563626"/>
            <a:ext cx="566819" cy="496921"/>
            <a:chOff x="2152394" y="4605188"/>
            <a:chExt cx="566819" cy="49692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108D40E-A9A2-27E5-ADAE-B598BCFFFECF}"/>
                </a:ext>
              </a:extLst>
            </p:cNvPr>
            <p:cNvSpPr/>
            <p:nvPr/>
          </p:nvSpPr>
          <p:spPr>
            <a:xfrm>
              <a:off x="2152394" y="4605188"/>
              <a:ext cx="566819" cy="496921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72CD5A5-0681-C6B4-C819-0966056453B3}"/>
                    </a:ext>
                  </a:extLst>
                </p:cNvPr>
                <p:cNvSpPr txBox="1"/>
                <p:nvPr/>
              </p:nvSpPr>
              <p:spPr>
                <a:xfrm>
                  <a:off x="2294086" y="4622817"/>
                  <a:ext cx="399468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=1,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1.5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72CD5A5-0681-C6B4-C819-096605645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622817"/>
                  <a:ext cx="399468" cy="76944"/>
                </a:xfrm>
                <a:prstGeom prst="rect">
                  <a:avLst/>
                </a:prstGeom>
                <a:blipFill>
                  <a:blip r:embed="rId15"/>
                  <a:stretch>
                    <a:fillRect l="-3125" r="-3125" b="-285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F5FB947-8E80-74D5-096E-EFF5A17DE624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664819"/>
              <a:ext cx="72000" cy="0"/>
            </a:xfrm>
            <a:prstGeom prst="line">
              <a:avLst/>
            </a:prstGeom>
            <a:ln w="12700">
              <a:solidFill>
                <a:srgbClr val="8B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43C79C7-60B3-B4E1-D70B-39B6EF72F72E}"/>
                    </a:ext>
                  </a:extLst>
                </p:cNvPr>
                <p:cNvSpPr txBox="1"/>
                <p:nvPr/>
              </p:nvSpPr>
              <p:spPr>
                <a:xfrm>
                  <a:off x="2294086" y="4699761"/>
                  <a:ext cx="399468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5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1.0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43C79C7-60B3-B4E1-D70B-39B6EF72F7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699761"/>
                  <a:ext cx="399468" cy="76944"/>
                </a:xfrm>
                <a:prstGeom prst="rect">
                  <a:avLst/>
                </a:prstGeom>
                <a:blipFill>
                  <a:blip r:embed="rId16"/>
                  <a:stretch>
                    <a:fillRect l="-3125" r="-3125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A78A4C5-356C-6C5A-C877-BC90FD33CF24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741763"/>
              <a:ext cx="72000" cy="0"/>
            </a:xfrm>
            <a:prstGeom prst="line">
              <a:avLst/>
            </a:prstGeom>
            <a:ln w="12700">
              <a:solidFill>
                <a:srgbClr val="FF4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E639251-282A-25D7-42D7-89E6A48DF961}"/>
                    </a:ext>
                  </a:extLst>
                </p:cNvPr>
                <p:cNvSpPr txBox="1"/>
                <p:nvPr/>
              </p:nvSpPr>
              <p:spPr>
                <a:xfrm>
                  <a:off x="2294086" y="4776705"/>
                  <a:ext cx="399468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5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E639251-282A-25D7-42D7-89E6A48DF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776705"/>
                  <a:ext cx="399468" cy="76944"/>
                </a:xfrm>
                <a:prstGeom prst="rect">
                  <a:avLst/>
                </a:prstGeom>
                <a:blipFill>
                  <a:blip r:embed="rId17"/>
                  <a:stretch>
                    <a:fillRect l="-3125" r="-3125" b="-285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C01F630-1FD3-8AA2-910F-4CE0EC0B3464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818707"/>
              <a:ext cx="72000" cy="0"/>
            </a:xfrm>
            <a:prstGeom prst="line">
              <a:avLst/>
            </a:prstGeom>
            <a:ln w="12700">
              <a:solidFill>
                <a:srgbClr val="FFD8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832370D-0929-E7A1-74ED-99B13714884C}"/>
                    </a:ext>
                  </a:extLst>
                </p:cNvPr>
                <p:cNvSpPr txBox="1"/>
                <p:nvPr/>
              </p:nvSpPr>
              <p:spPr>
                <a:xfrm>
                  <a:off x="2294086" y="4853649"/>
                  <a:ext cx="399468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5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832370D-0929-E7A1-74ED-99B1371488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853649"/>
                  <a:ext cx="399468" cy="76944"/>
                </a:xfrm>
                <a:prstGeom prst="rect">
                  <a:avLst/>
                </a:prstGeom>
                <a:blipFill>
                  <a:blip r:embed="rId18"/>
                  <a:stretch>
                    <a:fillRect l="-3125" r="-3125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4D73AEE-5FD5-3765-65F3-E7A1F78FADCE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895651"/>
              <a:ext cx="72000" cy="0"/>
            </a:xfrm>
            <a:prstGeom prst="line">
              <a:avLst/>
            </a:prstGeom>
            <a:ln w="12700">
              <a:solidFill>
                <a:srgbClr val="33CD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CA7BA42-79AE-7DFC-1946-D054E1EBFFDE}"/>
                    </a:ext>
                  </a:extLst>
                </p:cNvPr>
                <p:cNvSpPr txBox="1"/>
                <p:nvPr/>
              </p:nvSpPr>
              <p:spPr>
                <a:xfrm>
                  <a:off x="2294086" y="4930593"/>
                  <a:ext cx="399468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5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CA7BA42-79AE-7DFC-1946-D054E1EBF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930593"/>
                  <a:ext cx="399468" cy="76944"/>
                </a:xfrm>
                <a:prstGeom prst="rect">
                  <a:avLst/>
                </a:prstGeom>
                <a:blipFill>
                  <a:blip r:embed="rId19"/>
                  <a:stretch>
                    <a:fillRect l="-3125" r="-3125" b="-285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4E579D-31FB-001A-2D4B-372C3B137042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972595"/>
              <a:ext cx="72000" cy="0"/>
            </a:xfrm>
            <a:prstGeom prst="line">
              <a:avLst/>
            </a:prstGeom>
            <a:ln w="12700">
              <a:solidFill>
                <a:srgbClr val="1C9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E519FDA-DD62-0AA2-E11B-62FF037E4F24}"/>
                    </a:ext>
                  </a:extLst>
                </p:cNvPr>
                <p:cNvSpPr txBox="1"/>
                <p:nvPr/>
              </p:nvSpPr>
              <p:spPr>
                <a:xfrm>
                  <a:off x="2294086" y="5007537"/>
                  <a:ext cx="399468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5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E519FDA-DD62-0AA2-E11B-62FF037E4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5007537"/>
                  <a:ext cx="399468" cy="76944"/>
                </a:xfrm>
                <a:prstGeom prst="rect">
                  <a:avLst/>
                </a:prstGeom>
                <a:blipFill>
                  <a:blip r:embed="rId20"/>
                  <a:stretch>
                    <a:fillRect l="-3125" r="-3125" b="-285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E38DF3B-EB66-6F74-4D55-E11259F62D16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5049539"/>
              <a:ext cx="72000" cy="0"/>
            </a:xfrm>
            <a:prstGeom prst="line">
              <a:avLst/>
            </a:prstGeom>
            <a:ln w="12700">
              <a:solidFill>
                <a:srgbClr val="9931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C1C6FE-3400-CC9B-7559-57CBF985CAAF}"/>
              </a:ext>
            </a:extLst>
          </p:cNvPr>
          <p:cNvGrpSpPr/>
          <p:nvPr/>
        </p:nvGrpSpPr>
        <p:grpSpPr>
          <a:xfrm>
            <a:off x="1192275" y="585399"/>
            <a:ext cx="596945" cy="496921"/>
            <a:chOff x="2152394" y="4605188"/>
            <a:chExt cx="596945" cy="49692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A845D97-33E1-AB9A-1491-29D322775B39}"/>
                </a:ext>
              </a:extLst>
            </p:cNvPr>
            <p:cNvSpPr/>
            <p:nvPr/>
          </p:nvSpPr>
          <p:spPr>
            <a:xfrm>
              <a:off x="2152394" y="4605188"/>
              <a:ext cx="596945" cy="496921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91EC55F-48B2-F3F4-B7D3-39598F80A1CA}"/>
                    </a:ext>
                  </a:extLst>
                </p:cNvPr>
                <p:cNvSpPr txBox="1"/>
                <p:nvPr/>
              </p:nvSpPr>
              <p:spPr>
                <a:xfrm>
                  <a:off x="2294086" y="4622817"/>
                  <a:ext cx="384721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91EC55F-48B2-F3F4-B7D3-39598F80A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622817"/>
                  <a:ext cx="384721" cy="76944"/>
                </a:xfrm>
                <a:prstGeom prst="rect">
                  <a:avLst/>
                </a:prstGeom>
                <a:blipFill>
                  <a:blip r:embed="rId21"/>
                  <a:stretch>
                    <a:fillRect l="-3226" r="-3226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618C90-927A-B8C5-542A-42661BF9502A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664819"/>
              <a:ext cx="72000" cy="0"/>
            </a:xfrm>
            <a:prstGeom prst="line">
              <a:avLst/>
            </a:prstGeom>
            <a:ln w="12700">
              <a:solidFill>
                <a:srgbClr val="8B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2D491D8-F68B-34CD-B276-F8F4CE98576E}"/>
                    </a:ext>
                  </a:extLst>
                </p:cNvPr>
                <p:cNvSpPr txBox="1"/>
                <p:nvPr/>
              </p:nvSpPr>
              <p:spPr>
                <a:xfrm>
                  <a:off x="2294086" y="4699761"/>
                  <a:ext cx="384721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=5,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2D491D8-F68B-34CD-B276-F8F4CE9857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699761"/>
                  <a:ext cx="384721" cy="76944"/>
                </a:xfrm>
                <a:prstGeom prst="rect">
                  <a:avLst/>
                </a:prstGeom>
                <a:blipFill>
                  <a:blip r:embed="rId22"/>
                  <a:stretch>
                    <a:fillRect l="-3226" r="-3226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290AF41-19EA-B256-3B22-D39C9E90707F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741763"/>
              <a:ext cx="72000" cy="0"/>
            </a:xfrm>
            <a:prstGeom prst="line">
              <a:avLst/>
            </a:prstGeom>
            <a:ln w="12700">
              <a:solidFill>
                <a:srgbClr val="FF4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0D8D7C0-5CD9-4B25-F111-0568595E3DE2}"/>
                    </a:ext>
                  </a:extLst>
                </p:cNvPr>
                <p:cNvSpPr txBox="1"/>
                <p:nvPr/>
              </p:nvSpPr>
              <p:spPr>
                <a:xfrm>
                  <a:off x="2294086" y="4776705"/>
                  <a:ext cx="419987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0D8D7C0-5CD9-4B25-F111-0568595E3D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776705"/>
                  <a:ext cx="419987" cy="76944"/>
                </a:xfrm>
                <a:prstGeom prst="rect">
                  <a:avLst/>
                </a:prstGeom>
                <a:blipFill>
                  <a:blip r:embed="rId23"/>
                  <a:stretch>
                    <a:fillRect l="-2941" r="-2941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3507C8C-4791-01E7-7929-DB021CEAB2FC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818707"/>
              <a:ext cx="72000" cy="0"/>
            </a:xfrm>
            <a:prstGeom prst="line">
              <a:avLst/>
            </a:prstGeom>
            <a:ln w="12700">
              <a:solidFill>
                <a:srgbClr val="FFD8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655C636-EF5E-1578-73B6-D802102BA182}"/>
                    </a:ext>
                  </a:extLst>
                </p:cNvPr>
                <p:cNvSpPr txBox="1"/>
                <p:nvPr/>
              </p:nvSpPr>
              <p:spPr>
                <a:xfrm>
                  <a:off x="2294086" y="4853649"/>
                  <a:ext cx="419987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=20,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655C636-EF5E-1578-73B6-D802102BA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853649"/>
                  <a:ext cx="419987" cy="76944"/>
                </a:xfrm>
                <a:prstGeom prst="rect">
                  <a:avLst/>
                </a:prstGeom>
                <a:blipFill>
                  <a:blip r:embed="rId24"/>
                  <a:stretch>
                    <a:fillRect l="-2941" r="-2941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87F1A28-E25A-3444-E8D8-00AC99C189AA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895651"/>
              <a:ext cx="72000" cy="0"/>
            </a:xfrm>
            <a:prstGeom prst="line">
              <a:avLst/>
            </a:prstGeom>
            <a:ln w="12700">
              <a:solidFill>
                <a:srgbClr val="33CD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B78E6DE-B5A2-FA22-6B24-60FA8860E4F8}"/>
                    </a:ext>
                  </a:extLst>
                </p:cNvPr>
                <p:cNvSpPr txBox="1"/>
                <p:nvPr/>
              </p:nvSpPr>
              <p:spPr>
                <a:xfrm>
                  <a:off x="2294086" y="4930593"/>
                  <a:ext cx="419987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=50,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B78E6DE-B5A2-FA22-6B24-60FA8860E4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930593"/>
                  <a:ext cx="419987" cy="76944"/>
                </a:xfrm>
                <a:prstGeom prst="rect">
                  <a:avLst/>
                </a:prstGeom>
                <a:blipFill>
                  <a:blip r:embed="rId25"/>
                  <a:stretch>
                    <a:fillRect l="-2941" r="-2941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B9BE6D8-B03D-EB7B-4385-993BC6BC2302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972595"/>
              <a:ext cx="72000" cy="0"/>
            </a:xfrm>
            <a:prstGeom prst="line">
              <a:avLst/>
            </a:prstGeom>
            <a:ln w="12700">
              <a:solidFill>
                <a:srgbClr val="1C9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5267283-0118-ADD1-E4C4-EAE217C4E27C}"/>
                    </a:ext>
                  </a:extLst>
                </p:cNvPr>
                <p:cNvSpPr txBox="1"/>
                <p:nvPr/>
              </p:nvSpPr>
              <p:spPr>
                <a:xfrm>
                  <a:off x="2294086" y="5007537"/>
                  <a:ext cx="455253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=100,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5267283-0118-ADD1-E4C4-EAE217C4E2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5007537"/>
                  <a:ext cx="455253" cy="76944"/>
                </a:xfrm>
                <a:prstGeom prst="rect">
                  <a:avLst/>
                </a:prstGeom>
                <a:blipFill>
                  <a:blip r:embed="rId26"/>
                  <a:stretch>
                    <a:fillRect l="-2703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9234D77-3FAA-9827-DAAA-F9EAA2B7EA20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5049539"/>
              <a:ext cx="72000" cy="0"/>
            </a:xfrm>
            <a:prstGeom prst="line">
              <a:avLst/>
            </a:prstGeom>
            <a:ln w="12700">
              <a:solidFill>
                <a:srgbClr val="9931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7177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6057</TotalTime>
  <Words>130</Words>
  <Application>Microsoft Macintosh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KAYE, ALEX (PGR)</dc:creator>
  <cp:lastModifiedBy>Kaye, Alex</cp:lastModifiedBy>
  <cp:revision>53</cp:revision>
  <dcterms:created xsi:type="dcterms:W3CDTF">2023-09-11T15:55:28Z</dcterms:created>
  <dcterms:modified xsi:type="dcterms:W3CDTF">2026-02-03T11:43:58Z</dcterms:modified>
</cp:coreProperties>
</file>