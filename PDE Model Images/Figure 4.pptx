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E76"/>
    <a:srgbClr val="2E86AB"/>
    <a:srgbClr val="D72727"/>
    <a:srgbClr val="1E77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C6F127-4B78-8240-AE2E-051FA25A2949}" v="2" dt="2025-10-10T09:08:36.337"/>
    <p1510:client id="{57788B9D-A94D-FD43-A2D1-13C0812CF3D7}" v="1" dt="2025-10-09T15:44:22.127"/>
    <p1510:client id="{8869CB7C-74C5-EE45-AF7E-D61D9316F58F}" v="42" dt="2025-10-10T08:59:46.274"/>
    <p1510:client id="{DC8C2CC5-D49B-3942-8321-F1E396D5AC83}" v="7" dt="2025-10-10T09:05:27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7"/>
    <p:restoredTop sz="94658"/>
  </p:normalViewPr>
  <p:slideViewPr>
    <p:cSldViewPr snapToGrid="0">
      <p:cViewPr>
        <p:scale>
          <a:sx n="118" d="100"/>
          <a:sy n="118" d="100"/>
        </p:scale>
        <p:origin x="8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e, Alex" userId="8983bf48-a9db-4644-8e0f-9ce59a9cb41f" providerId="ADAL" clId="{99F37294-9DC0-590B-AC7C-C3C1D6566DF0}"/>
    <pc:docChg chg="undo redo custSel modSld">
      <pc:chgData name="Kaye, Alex" userId="8983bf48-a9db-4644-8e0f-9ce59a9cb41f" providerId="ADAL" clId="{99F37294-9DC0-590B-AC7C-C3C1D6566DF0}" dt="2025-10-10T09:09:16.144" v="352" actId="20577"/>
      <pc:docMkLst>
        <pc:docMk/>
      </pc:docMkLst>
      <pc:sldChg chg="addSp delSp modSp mod">
        <pc:chgData name="Kaye, Alex" userId="8983bf48-a9db-4644-8e0f-9ce59a9cb41f" providerId="ADAL" clId="{99F37294-9DC0-590B-AC7C-C3C1D6566DF0}" dt="2025-10-10T09:09:16.144" v="352" actId="20577"/>
        <pc:sldMkLst>
          <pc:docMk/>
          <pc:sldMk cId="727177500" sldId="256"/>
        </pc:sldMkLst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3" creationId="{9BF73AB5-F31C-3EE4-1ABF-38EB568EC0E5}"/>
          </ac:spMkLst>
        </pc:spChg>
        <pc:spChg chg="add del mod topLvl">
          <ac:chgData name="Kaye, Alex" userId="8983bf48-a9db-4644-8e0f-9ce59a9cb41f" providerId="ADAL" clId="{99F37294-9DC0-590B-AC7C-C3C1D6566DF0}" dt="2025-10-10T09:08:07.464" v="346" actId="478"/>
          <ac:spMkLst>
            <pc:docMk/>
            <pc:sldMk cId="727177500" sldId="256"/>
            <ac:spMk id="5" creationId="{44AC8629-9B31-5606-303E-33DB5226F538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7" creationId="{196FB335-A189-78EB-3BD7-8FD0D6B436A4}"/>
          </ac:spMkLst>
        </pc:spChg>
        <pc:spChg chg="mod topLvl">
          <ac:chgData name="Kaye, Alex" userId="8983bf48-a9db-4644-8e0f-9ce59a9cb41f" providerId="ADAL" clId="{99F37294-9DC0-590B-AC7C-C3C1D6566DF0}" dt="2025-10-10T08:56:12.701" v="276" actId="165"/>
          <ac:spMkLst>
            <pc:docMk/>
            <pc:sldMk cId="727177500" sldId="256"/>
            <ac:spMk id="9" creationId="{10198727-5510-311B-9278-AFA46A292371}"/>
          </ac:spMkLst>
        </pc:spChg>
        <pc:spChg chg="add mod topLvl">
          <ac:chgData name="Kaye, Alex" userId="8983bf48-a9db-4644-8e0f-9ce59a9cb41f" providerId="ADAL" clId="{99F37294-9DC0-590B-AC7C-C3C1D6566DF0}" dt="2025-10-10T09:09:16.144" v="352" actId="20577"/>
          <ac:spMkLst>
            <pc:docMk/>
            <pc:sldMk cId="727177500" sldId="256"/>
            <ac:spMk id="12" creationId="{55CD1A5B-D669-4A97-8C68-0D688E1B33BC}"/>
          </ac:spMkLst>
        </pc:spChg>
        <pc:spChg chg="add del mod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4" creationId="{03990A61-67C3-C4E6-584A-D4C00169764A}"/>
          </ac:spMkLst>
        </pc:spChg>
        <pc:spChg chg="del mod">
          <ac:chgData name="Kaye, Alex" userId="8983bf48-a9db-4644-8e0f-9ce59a9cb41f" providerId="ADAL" clId="{99F37294-9DC0-590B-AC7C-C3C1D6566DF0}" dt="2025-10-09T16:39:19.629" v="153" actId="478"/>
          <ac:spMkLst>
            <pc:docMk/>
            <pc:sldMk cId="727177500" sldId="256"/>
            <ac:spMk id="15" creationId="{8889F7E0-0035-1DD1-FB7D-EB946F1B3C77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6" creationId="{620635BE-A54A-88B6-A213-5BB8F307184F}"/>
          </ac:spMkLst>
        </pc:spChg>
        <pc:spChg chg="del mod">
          <ac:chgData name="Kaye, Alex" userId="8983bf48-a9db-4644-8e0f-9ce59a9cb41f" providerId="ADAL" clId="{99F37294-9DC0-590B-AC7C-C3C1D6566DF0}" dt="2025-10-09T16:39:22.143" v="154" actId="478"/>
          <ac:spMkLst>
            <pc:docMk/>
            <pc:sldMk cId="727177500" sldId="256"/>
            <ac:spMk id="17" creationId="{DD538B4C-02EB-E92D-38EC-A917002A6669}"/>
          </ac:spMkLst>
        </pc:spChg>
        <pc:spChg chg="add del mod topLvl">
          <ac:chgData name="Kaye, Alex" userId="8983bf48-a9db-4644-8e0f-9ce59a9cb41f" providerId="ADAL" clId="{99F37294-9DC0-590B-AC7C-C3C1D6566DF0}" dt="2025-10-10T09:08:05.629" v="345" actId="478"/>
          <ac:spMkLst>
            <pc:docMk/>
            <pc:sldMk cId="727177500" sldId="256"/>
            <ac:spMk id="19" creationId="{B091473A-A9AC-57C4-5CD9-629D39B97825}"/>
          </ac:spMkLst>
        </pc:spChg>
        <pc:grpChg chg="add mod">
          <ac:chgData name="Kaye, Alex" userId="8983bf48-a9db-4644-8e0f-9ce59a9cb41f" providerId="ADAL" clId="{99F37294-9DC0-590B-AC7C-C3C1D6566DF0}" dt="2025-10-10T08:56:01.709" v="275" actId="14100"/>
          <ac:grpSpMkLst>
            <pc:docMk/>
            <pc:sldMk cId="727177500" sldId="256"/>
            <ac:grpSpMk id="8" creationId="{C3DBE9C0-770C-F407-49C9-47DA3D4F0B59}"/>
          </ac:grpSpMkLst>
        </pc:grpChg>
        <pc:picChg chg="add del mod topLvl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2" creationId="{26E1CC3A-F5DD-FB73-650F-0A9F42F7A2E9}"/>
          </ac:picMkLst>
        </pc:picChg>
        <pc:picChg chg="add mod">
          <ac:chgData name="Kaye, Alex" userId="8983bf48-a9db-4644-8e0f-9ce59a9cb41f" providerId="ADAL" clId="{99F37294-9DC0-590B-AC7C-C3C1D6566DF0}" dt="2025-10-09T16:38:16.493" v="112" actId="931"/>
          <ac:picMkLst>
            <pc:docMk/>
            <pc:sldMk cId="727177500" sldId="256"/>
            <ac:picMk id="3" creationId="{8F1EC2E8-2D3A-8D14-0FAA-2F375118F1CF}"/>
          </ac:picMkLst>
        </pc:picChg>
        <pc:picChg chg="add del mod">
          <ac:chgData name="Kaye, Alex" userId="8983bf48-a9db-4644-8e0f-9ce59a9cb41f" providerId="ADAL" clId="{99F37294-9DC0-590B-AC7C-C3C1D6566DF0}" dt="2025-10-10T09:08:07.464" v="346" actId="478"/>
          <ac:picMkLst>
            <pc:docMk/>
            <pc:sldMk cId="727177500" sldId="256"/>
            <ac:picMk id="4" creationId="{E8F28E93-3D49-43A5-8251-3F5F81385CEE}"/>
          </ac:picMkLst>
        </pc:picChg>
        <pc:picChg chg="del mod">
          <ac:chgData name="Kaye, Alex" userId="8983bf48-a9db-4644-8e0f-9ce59a9cb41f" providerId="ADAL" clId="{99F37294-9DC0-590B-AC7C-C3C1D6566DF0}" dt="2025-10-09T16:35:12.539" v="107" actId="478"/>
          <ac:picMkLst>
            <pc:docMk/>
            <pc:sldMk cId="727177500" sldId="256"/>
            <ac:picMk id="5" creationId="{536E9965-903A-7BF5-04CA-E3B9C6B349E2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6" creationId="{943EBDC3-4727-D3D4-2F64-A259AFF5005A}"/>
          </ac:picMkLst>
        </pc:picChg>
        <pc:picChg chg="add del mod">
          <ac:chgData name="Kaye, Alex" userId="8983bf48-a9db-4644-8e0f-9ce59a9cb41f" providerId="ADAL" clId="{99F37294-9DC0-590B-AC7C-C3C1D6566DF0}" dt="2025-10-09T16:38:27.738" v="116" actId="478"/>
          <ac:picMkLst>
            <pc:docMk/>
            <pc:sldMk cId="727177500" sldId="256"/>
            <ac:picMk id="6" creationId="{BD1390EF-7992-0024-15B5-8F475C2A28F7}"/>
          </ac:picMkLst>
        </pc:picChg>
        <pc:picChg chg="del">
          <ac:chgData name="Kaye, Alex" userId="8983bf48-a9db-4644-8e0f-9ce59a9cb41f" providerId="ADAL" clId="{99F37294-9DC0-590B-AC7C-C3C1D6566DF0}" dt="2025-10-09T16:39:16.996" v="152" actId="478"/>
          <ac:picMkLst>
            <pc:docMk/>
            <pc:sldMk cId="727177500" sldId="256"/>
            <ac:picMk id="8" creationId="{9A1A7B5B-717E-8FB2-0399-D2834C164B6C}"/>
          </ac:picMkLst>
        </pc:picChg>
        <pc:picChg chg="add mod topLvl">
          <ac:chgData name="Kaye, Alex" userId="8983bf48-a9db-4644-8e0f-9ce59a9cb41f" providerId="ADAL" clId="{99F37294-9DC0-590B-AC7C-C3C1D6566DF0}" dt="2025-10-10T09:08:24.226" v="347" actId="14826"/>
          <ac:picMkLst>
            <pc:docMk/>
            <pc:sldMk cId="727177500" sldId="256"/>
            <ac:picMk id="10" creationId="{092E1BE9-ED39-C639-59F1-29738E98BC6C}"/>
          </ac:picMkLst>
        </pc:picChg>
        <pc:picChg chg="add mod topLvl">
          <ac:chgData name="Kaye, Alex" userId="8983bf48-a9db-4644-8e0f-9ce59a9cb41f" providerId="ADAL" clId="{99F37294-9DC0-590B-AC7C-C3C1D6566DF0}" dt="2025-10-10T09:08:53.424" v="350" actId="1076"/>
          <ac:picMkLst>
            <pc:docMk/>
            <pc:sldMk cId="727177500" sldId="256"/>
            <ac:picMk id="11" creationId="{35847F83-C7B1-2591-414F-4EB8F905C9BB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3" creationId="{764300D7-7C5D-0601-7725-2F262E3F9078}"/>
          </ac:picMkLst>
        </pc:picChg>
        <pc:picChg chg="add del mod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3" creationId="{CA675437-CF90-930C-A8B9-1E29829C5EA6}"/>
          </ac:picMkLst>
        </pc:picChg>
        <pc:picChg chg="del">
          <ac:chgData name="Kaye, Alex" userId="8983bf48-a9db-4644-8e0f-9ce59a9cb41f" providerId="ADAL" clId="{99F37294-9DC0-590B-AC7C-C3C1D6566DF0}" dt="2025-10-09T16:39:22.143" v="154" actId="478"/>
          <ac:picMkLst>
            <pc:docMk/>
            <pc:sldMk cId="727177500" sldId="256"/>
            <ac:picMk id="14" creationId="{2BC0B595-9A06-651E-515E-25D7D53103FD}"/>
          </ac:picMkLst>
        </pc:picChg>
        <pc:picChg chg="add del mod topLvl">
          <ac:chgData name="Kaye, Alex" userId="8983bf48-a9db-4644-8e0f-9ce59a9cb41f" providerId="ADAL" clId="{99F37294-9DC0-590B-AC7C-C3C1D6566DF0}" dt="2025-10-10T09:08:05.629" v="345" actId="478"/>
          <ac:picMkLst>
            <pc:docMk/>
            <pc:sldMk cId="727177500" sldId="256"/>
            <ac:picMk id="18" creationId="{D637DBD8-9DA6-9FAD-08BD-40BB0E922B7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4FB7A-6224-8F47-83FA-7D1C332BED81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31340C-0B69-CD44-9AFF-5C2DB56BE8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241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31340C-0B69-CD44-9AFF-5C2DB56BE8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56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D4E9-67E9-C56A-ED5C-9606EFB7E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C42E40-FE93-0EB5-F12C-6418A4B6C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26430-EF09-0D09-B56F-7C6A649A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7047-0B98-B713-03AC-164D95F58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5BF2A-D8BF-2571-C830-AF9A9C5B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7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284F-AF69-1D6E-D40C-599E1E481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F26F4-52CC-38BF-ACC6-7C3B2644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9D3CA-5C0C-7052-E061-8F9B29450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90F48-6975-8DD3-3BDF-785AFF64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CA5D3-8477-C628-3199-630CEFE3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47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B6C-CB69-3C7A-548C-BF6A1D3E2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8D5D4-EEF0-BCEF-0092-52E09926C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21631-D709-9C70-C6A6-AC3EE6DD5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F97FC-FAF4-D33C-1B14-61AFD48F5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8C5CD-57C0-DDAE-0DFC-3FF8088F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8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D7690-9A2D-7000-54DF-C6A31E4B5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027CE-A70D-F4B7-B8FB-FB20FCC50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0CA15-E18E-76A9-CBD1-B451EA93D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A8DE2-BB9B-6DB1-E5B5-BCC415036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A19B7-0D98-9155-767F-156E8968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DDEA9-494F-28D0-3095-A17148756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1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B943-B675-1EFC-EFBA-353107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06028-8217-53AF-6331-0AD404E9B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30B99-3C8A-3FC3-2D7E-CD2F82CAB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16A85B-CF1B-6EF0-FAD4-855693030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47F6C-5E1B-E1A8-400E-5A03A123F9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91BA8-4ECE-3E01-0D5A-E72E40987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C0017A-BF63-E026-73C1-DEA72848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BBC8E7-9223-B459-F0F5-3C4E55A8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11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EA2E5-7F94-4D70-12AA-1D372FC88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AFD47-3791-5CD3-16B0-FEB2DF96F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F81F3-249A-024A-8978-A86904E08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51258-351F-EFC9-1C0E-E4246F1B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8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2E917-B853-0C2B-08E2-B3D411D0F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FFB4E-5EFE-F8CC-5A02-BC67EAC1E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A9C65-4D14-F313-3ABC-EB2C51EB5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4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E4DAA-3D11-F0ED-63C4-8C2EA561F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789E3-B0A1-C873-3560-D27A082AB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EAE53-4DB2-E568-F4BE-6229F22E8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F3BCA-CD8D-EAB8-5C62-157FF165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E200E-3C1A-8183-504B-2823EE702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9DE6E-0DC5-331A-02AC-CA351632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38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6A09A-8A69-7B41-5511-F879B2A1D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DB0EED-43DC-E492-0447-C659BFC9F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8B876-859F-0770-30B1-9990DA0B2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B2B8D-FB80-ECEA-7EF2-B0946FC7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BBB41-0F5B-B500-2EF6-347E42389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8FE98-C769-C9B0-50C4-7EEF63C3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2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28C9-E92C-31C3-AD9A-D5D06216D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51D28-07BD-4965-98F1-6696E8C140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01938-4FC9-2356-6B7B-E80D658B4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8625B-9AF9-E37F-7E8F-9FB999B00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E33CE-E820-049C-1900-76985A1A1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0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48E54-6CF1-F3DD-1310-F2BABB1126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B7314-DB62-7C39-579A-AFC5E58DD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177D5-DB4D-F138-835B-D7CF5E141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6CE78-B97A-9523-EB9D-EC247AFE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16238-806E-7134-69B2-864FFC04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2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7A326C-21E5-C2FC-57B1-283AFD18A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809DA-EF8B-77B8-FF67-A5DC5EAF2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CE06C-9C0F-69A1-5CE6-865053219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6B4407-CA21-FB4D-B5B6-9B5F2752B8A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24943-A58D-FA50-B7A5-D5F0C8745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6963-A579-1835-9908-3631874F7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F0ECF-AD35-294D-BDC7-A5D232D3F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1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emf"/><Relationship Id="rId3" Type="http://schemas.openxmlformats.org/officeDocument/2006/relationships/image" Target="../media/image1.emf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emf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CCB77F46-4D18-F52F-B6EE-55D457E659EE}"/>
              </a:ext>
            </a:extLst>
          </p:cNvPr>
          <p:cNvSpPr txBox="1"/>
          <p:nvPr/>
        </p:nvSpPr>
        <p:spPr>
          <a:xfrm>
            <a:off x="10322" y="-36512"/>
            <a:ext cx="327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CCB74E-B69B-68BE-ECFB-6121CE8E13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88" t="1920" r="11507" b="9399"/>
          <a:stretch>
            <a:fillRect/>
          </a:stretch>
        </p:blipFill>
        <p:spPr>
          <a:xfrm>
            <a:off x="338177" y="320470"/>
            <a:ext cx="2676747" cy="2341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5912B2-A2F8-8A80-F5E7-2C41F4392C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488" t="1777" r="11438" b="9325"/>
          <a:stretch>
            <a:fillRect/>
          </a:stretch>
        </p:blipFill>
        <p:spPr>
          <a:xfrm>
            <a:off x="3038768" y="320471"/>
            <a:ext cx="2667601" cy="234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04D12A-78EC-DA78-9B5C-6C0CE42FA9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29" t="2179" r="11520" b="9574"/>
          <a:stretch>
            <a:fillRect/>
          </a:stretch>
        </p:blipFill>
        <p:spPr>
          <a:xfrm>
            <a:off x="5729630" y="330199"/>
            <a:ext cx="2659228" cy="232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F01761-0827-E42C-14F3-28D8CC35B6D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754" t="2189" r="11520" b="9418"/>
          <a:stretch>
            <a:fillRect/>
          </a:stretch>
        </p:blipFill>
        <p:spPr>
          <a:xfrm>
            <a:off x="8431575" y="325871"/>
            <a:ext cx="2658997" cy="2329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494781-AA01-ED41-EBE8-A4FCB7FA54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728" t="19966" r="2607" b="27476"/>
          <a:stretch>
            <a:fillRect/>
          </a:stretch>
        </p:blipFill>
        <p:spPr>
          <a:xfrm rot="5400000">
            <a:off x="5543178" y="1414694"/>
            <a:ext cx="326381" cy="32926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7153F1-C2B6-9372-5DDC-45A06F3E00E0}"/>
                  </a:ext>
                </a:extLst>
              </p:cNvPr>
              <p:cNvSpPr txBox="1"/>
              <p:nvPr/>
            </p:nvSpPr>
            <p:spPr>
              <a:xfrm>
                <a:off x="1386406" y="53199"/>
                <a:ext cx="5795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37153F1-C2B6-9372-5DDC-45A06F3E0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406" y="53199"/>
                <a:ext cx="579518" cy="276999"/>
              </a:xfrm>
              <a:prstGeom prst="rect">
                <a:avLst/>
              </a:prstGeom>
              <a:blipFill>
                <a:blip r:embed="rId7"/>
                <a:stretch>
                  <a:fillRect l="-6383" r="-8511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A74CDB-F74A-BF6D-F522-B9803BDED052}"/>
                  </a:ext>
                </a:extLst>
              </p:cNvPr>
              <p:cNvSpPr txBox="1"/>
              <p:nvPr/>
            </p:nvSpPr>
            <p:spPr>
              <a:xfrm>
                <a:off x="4082809" y="43470"/>
                <a:ext cx="5795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FA74CDB-F74A-BF6D-F522-B9803BDED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809" y="43470"/>
                <a:ext cx="579518" cy="276999"/>
              </a:xfrm>
              <a:prstGeom prst="rect">
                <a:avLst/>
              </a:prstGeom>
              <a:blipFill>
                <a:blip r:embed="rId8"/>
                <a:stretch>
                  <a:fillRect l="-6383" r="-8511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99B56D-67C2-CC3A-9973-3FD5F4F8ED4C}"/>
                  </a:ext>
                </a:extLst>
              </p:cNvPr>
              <p:cNvSpPr txBox="1"/>
              <p:nvPr/>
            </p:nvSpPr>
            <p:spPr>
              <a:xfrm>
                <a:off x="6715093" y="43469"/>
                <a:ext cx="707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A99B56D-67C2-CC3A-9973-3FD5F4F8E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093" y="43469"/>
                <a:ext cx="707758" cy="276999"/>
              </a:xfrm>
              <a:prstGeom prst="rect">
                <a:avLst/>
              </a:prstGeom>
              <a:blipFill>
                <a:blip r:embed="rId9"/>
                <a:stretch>
                  <a:fillRect l="-5263" r="-7018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4B1256-D1A8-F6CB-CC0E-244075BEFB18}"/>
                  </a:ext>
                </a:extLst>
              </p:cNvPr>
              <p:cNvSpPr txBox="1"/>
              <p:nvPr/>
            </p:nvSpPr>
            <p:spPr>
              <a:xfrm>
                <a:off x="9371220" y="46478"/>
                <a:ext cx="707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24B1256-D1A8-F6CB-CC0E-244075BEF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1220" y="46478"/>
                <a:ext cx="707758" cy="276999"/>
              </a:xfrm>
              <a:prstGeom prst="rect">
                <a:avLst/>
              </a:prstGeom>
              <a:blipFill>
                <a:blip r:embed="rId10"/>
                <a:stretch>
                  <a:fillRect l="-5263" r="-7018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177481-E18B-96C7-DE23-15ADF58F40B4}"/>
                  </a:ext>
                </a:extLst>
              </p:cNvPr>
              <p:cNvSpPr txBox="1"/>
              <p:nvPr/>
            </p:nvSpPr>
            <p:spPr>
              <a:xfrm>
                <a:off x="5430038" y="2713984"/>
                <a:ext cx="51982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B177481-E18B-96C7-DE23-15ADF58F4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038" y="2713984"/>
                <a:ext cx="519822" cy="215444"/>
              </a:xfrm>
              <a:prstGeom prst="rect">
                <a:avLst/>
              </a:prstGeom>
              <a:blipFill>
                <a:blip r:embed="rId11"/>
                <a:stretch>
                  <a:fillRect l="-4762" r="-11905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D35A2F-5355-953A-4F34-DE276D50229B}"/>
                  </a:ext>
                </a:extLst>
              </p:cNvPr>
              <p:cNvSpPr txBox="1"/>
              <p:nvPr/>
            </p:nvSpPr>
            <p:spPr>
              <a:xfrm>
                <a:off x="4012765" y="3139567"/>
                <a:ext cx="11060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BD35A2F-5355-953A-4F34-DE276D502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765" y="3139567"/>
                <a:ext cx="110607" cy="169277"/>
              </a:xfrm>
              <a:prstGeom prst="rect">
                <a:avLst/>
              </a:prstGeom>
              <a:blipFill>
                <a:blip r:embed="rId12"/>
                <a:stretch>
                  <a:fillRect l="-20000" r="-20000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61E760-34FB-8429-F090-4B1F28F62521}"/>
                  </a:ext>
                </a:extLst>
              </p:cNvPr>
              <p:cNvSpPr txBox="1"/>
              <p:nvPr/>
            </p:nvSpPr>
            <p:spPr>
              <a:xfrm>
                <a:off x="4734660" y="3139567"/>
                <a:ext cx="29655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0.25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B61E760-34FB-8429-F090-4B1F28F62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660" y="3139567"/>
                <a:ext cx="296556" cy="169277"/>
              </a:xfrm>
              <a:prstGeom prst="rect">
                <a:avLst/>
              </a:prstGeom>
              <a:blipFill>
                <a:blip r:embed="rId13"/>
                <a:stretch>
                  <a:fillRect l="-8333" r="-12500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ECA849-86A2-A471-872C-CA1699F697BA}"/>
                  </a:ext>
                </a:extLst>
              </p:cNvPr>
              <p:cNvSpPr txBox="1"/>
              <p:nvPr/>
            </p:nvSpPr>
            <p:spPr>
              <a:xfrm>
                <a:off x="5597364" y="3139566"/>
                <a:ext cx="21800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AECA849-86A2-A471-872C-CA1699F69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7364" y="3139566"/>
                <a:ext cx="218008" cy="169277"/>
              </a:xfrm>
              <a:prstGeom prst="rect">
                <a:avLst/>
              </a:prstGeom>
              <a:blipFill>
                <a:blip r:embed="rId14"/>
                <a:stretch>
                  <a:fillRect l="-11111" r="-16667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98323A-0E54-6B13-DE57-1A561F9C97B9}"/>
                  </a:ext>
                </a:extLst>
              </p:cNvPr>
              <p:cNvSpPr txBox="1"/>
              <p:nvPr/>
            </p:nvSpPr>
            <p:spPr>
              <a:xfrm>
                <a:off x="6380749" y="3139566"/>
                <a:ext cx="296556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0.75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198323A-0E54-6B13-DE57-1A561F9C9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0749" y="3139566"/>
                <a:ext cx="296556" cy="169277"/>
              </a:xfrm>
              <a:prstGeom prst="rect">
                <a:avLst/>
              </a:prstGeom>
              <a:blipFill>
                <a:blip r:embed="rId15"/>
                <a:stretch>
                  <a:fillRect l="-8333" r="-12500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F1AEB8-44B6-9D31-A372-3CF2A0ECE992}"/>
                  </a:ext>
                </a:extLst>
              </p:cNvPr>
              <p:cNvSpPr txBox="1"/>
              <p:nvPr/>
            </p:nvSpPr>
            <p:spPr>
              <a:xfrm>
                <a:off x="7297385" y="3139566"/>
                <a:ext cx="11060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5F1AEB8-44B6-9D31-A372-3CF2A0ECE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7385" y="3139566"/>
                <a:ext cx="110607" cy="169277"/>
              </a:xfrm>
              <a:prstGeom prst="rect">
                <a:avLst/>
              </a:prstGeom>
              <a:blipFill>
                <a:blip r:embed="rId16"/>
                <a:stretch>
                  <a:fillRect l="-20000" r="-20000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F7F2E4EC-8972-B37F-99B2-CCDDCF8B528F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700" t="2185" r="11377" b="9380"/>
          <a:stretch>
            <a:fillRect/>
          </a:stretch>
        </p:blipFill>
        <p:spPr>
          <a:xfrm>
            <a:off x="313463" y="3756576"/>
            <a:ext cx="2678162" cy="23414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030D02-7D7A-D9B5-2643-9ACBA664035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7665" t="2085" r="11578" b="9481"/>
          <a:stretch>
            <a:fillRect/>
          </a:stretch>
        </p:blipFill>
        <p:spPr>
          <a:xfrm>
            <a:off x="3026754" y="3751760"/>
            <a:ext cx="2678162" cy="234623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43A7A9C-0BF9-7FBF-2D72-DEB544BA17A9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7635" t="2198" r="11477" b="9367"/>
          <a:stretch>
            <a:fillRect/>
          </a:stretch>
        </p:blipFill>
        <p:spPr>
          <a:xfrm>
            <a:off x="5743803" y="3751760"/>
            <a:ext cx="2675406" cy="234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19EDDAA-6F7C-DCC0-4177-AA9EF71D09E8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7383" t="2005" r="11521" b="9579"/>
          <a:stretch>
            <a:fillRect/>
          </a:stretch>
        </p:blipFill>
        <p:spPr>
          <a:xfrm>
            <a:off x="8445748" y="3745103"/>
            <a:ext cx="2678162" cy="233585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B66B58-4981-B8D2-120A-C3C023F5BD00}"/>
                  </a:ext>
                </a:extLst>
              </p:cNvPr>
              <p:cNvSpPr txBox="1"/>
              <p:nvPr/>
            </p:nvSpPr>
            <p:spPr>
              <a:xfrm>
                <a:off x="1387606" y="3466779"/>
                <a:ext cx="5795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6B66B58-4981-B8D2-120A-C3C023F5B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06" y="3466779"/>
                <a:ext cx="579518" cy="276999"/>
              </a:xfrm>
              <a:prstGeom prst="rect">
                <a:avLst/>
              </a:prstGeom>
              <a:blipFill>
                <a:blip r:embed="rId21"/>
                <a:stretch>
                  <a:fillRect l="-8511" r="-6383" b="-90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524AC4C-DAEA-1C6B-D32E-7073A787C046}"/>
                  </a:ext>
                </a:extLst>
              </p:cNvPr>
              <p:cNvSpPr txBox="1"/>
              <p:nvPr/>
            </p:nvSpPr>
            <p:spPr>
              <a:xfrm>
                <a:off x="4084009" y="3457050"/>
                <a:ext cx="5795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524AC4C-DAEA-1C6B-D32E-7073A787C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009" y="3457050"/>
                <a:ext cx="579518" cy="276999"/>
              </a:xfrm>
              <a:prstGeom prst="rect">
                <a:avLst/>
              </a:prstGeom>
              <a:blipFill>
                <a:blip r:embed="rId8"/>
                <a:stretch>
                  <a:fillRect l="-6383" r="-8511" b="-8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42C794C-B496-86A1-A6F9-6B984892C25D}"/>
                  </a:ext>
                </a:extLst>
              </p:cNvPr>
              <p:cNvSpPr txBox="1"/>
              <p:nvPr/>
            </p:nvSpPr>
            <p:spPr>
              <a:xfrm>
                <a:off x="6716293" y="3457049"/>
                <a:ext cx="707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42C794C-B496-86A1-A6F9-6B984892C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6293" y="3457049"/>
                <a:ext cx="707758" cy="276999"/>
              </a:xfrm>
              <a:prstGeom prst="rect">
                <a:avLst/>
              </a:prstGeom>
              <a:blipFill>
                <a:blip r:embed="rId9"/>
                <a:stretch>
                  <a:fillRect l="-5263" r="-7018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7AA98E-E515-FB20-371E-1DDC6593BA70}"/>
                  </a:ext>
                </a:extLst>
              </p:cNvPr>
              <p:cNvSpPr txBox="1"/>
              <p:nvPr/>
            </p:nvSpPr>
            <p:spPr>
              <a:xfrm>
                <a:off x="9372420" y="3460058"/>
                <a:ext cx="7077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07AA98E-E515-FB20-371E-1DDC6593B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420" y="3460058"/>
                <a:ext cx="707758" cy="276999"/>
              </a:xfrm>
              <a:prstGeom prst="rect">
                <a:avLst/>
              </a:prstGeom>
              <a:blipFill>
                <a:blip r:embed="rId22"/>
                <a:stretch>
                  <a:fillRect l="-5263" r="-7018" b="-43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589E396-D9FA-4498-F923-03F7CA63F936}"/>
              </a:ext>
            </a:extLst>
          </p:cNvPr>
          <p:cNvGrpSpPr/>
          <p:nvPr/>
        </p:nvGrpSpPr>
        <p:grpSpPr>
          <a:xfrm>
            <a:off x="4648228" y="6200569"/>
            <a:ext cx="2083441" cy="327232"/>
            <a:chOff x="4414290" y="6163876"/>
            <a:chExt cx="2083441" cy="32723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D75F20A-3D5C-15E2-71FB-1E1322A81E4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03343" y="6290956"/>
              <a:ext cx="72000" cy="72000"/>
            </a:xfrm>
            <a:prstGeom prst="ellipse">
              <a:avLst/>
            </a:prstGeom>
            <a:solidFill>
              <a:srgbClr val="1E7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FE281F7-4865-EDAA-2194-63CFF130E6E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658272" y="6289834"/>
              <a:ext cx="72000" cy="72000"/>
            </a:xfrm>
            <a:prstGeom prst="ellipse">
              <a:avLst/>
            </a:prstGeom>
            <a:solidFill>
              <a:srgbClr val="D7272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6356A87-0C5D-0A98-F210-1D05BEE0450A}"/>
                </a:ext>
              </a:extLst>
            </p:cNvPr>
            <p:cNvSpPr txBox="1"/>
            <p:nvPr/>
          </p:nvSpPr>
          <p:spPr>
            <a:xfrm>
              <a:off x="4539343" y="6163876"/>
              <a:ext cx="19223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rial" panose="020B0604020202020204" pitchFamily="34" charset="0"/>
                  <a:cs typeface="Arial" panose="020B0604020202020204" pitchFamily="34" charset="0"/>
                </a:rPr>
                <a:t>Not singing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2002502-8CBA-AFC6-08BD-564CBD1537A9}"/>
                </a:ext>
              </a:extLst>
            </p:cNvPr>
            <p:cNvSpPr/>
            <p:nvPr/>
          </p:nvSpPr>
          <p:spPr>
            <a:xfrm>
              <a:off x="4414290" y="6170880"/>
              <a:ext cx="2047439" cy="320228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6644D9E-C5E5-5A95-3F7C-E18B1EEE8784}"/>
                </a:ext>
              </a:extLst>
            </p:cNvPr>
            <p:cNvSpPr txBox="1"/>
            <p:nvPr/>
          </p:nvSpPr>
          <p:spPr>
            <a:xfrm>
              <a:off x="5694273" y="6170110"/>
              <a:ext cx="80345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dirty="0">
                  <a:latin typeface="Arial" panose="020B0604020202020204" pitchFamily="34" charset="0"/>
                  <a:cs typeface="Arial" panose="020B0604020202020204" pitchFamily="34" charset="0"/>
                </a:rPr>
                <a:t>Singing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7A698B5-F999-EB90-D067-80412AAAF602}"/>
              </a:ext>
            </a:extLst>
          </p:cNvPr>
          <p:cNvSpPr txBox="1"/>
          <p:nvPr/>
        </p:nvSpPr>
        <p:spPr>
          <a:xfrm>
            <a:off x="10322" y="3380847"/>
            <a:ext cx="3270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27177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7353</TotalTime>
  <Words>41</Words>
  <Application>Microsoft Macintosh PowerPoint</Application>
  <PresentationFormat>Widescreen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KAYE, ALEX (PGR)</dc:creator>
  <cp:lastModifiedBy>Kaye, Alex</cp:lastModifiedBy>
  <cp:revision>49</cp:revision>
  <dcterms:created xsi:type="dcterms:W3CDTF">2023-09-11T15:55:28Z</dcterms:created>
  <dcterms:modified xsi:type="dcterms:W3CDTF">2026-02-11T12:36:58Z</dcterms:modified>
</cp:coreProperties>
</file>