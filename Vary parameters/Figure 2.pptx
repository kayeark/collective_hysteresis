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1CC"/>
    <a:srgbClr val="1C90FF"/>
    <a:srgbClr val="33CD32"/>
    <a:srgbClr val="FFD800"/>
    <a:srgbClr val="FF4500"/>
    <a:srgbClr val="8B0000"/>
    <a:srgbClr val="1B9E76"/>
    <a:srgbClr val="2E86AB"/>
    <a:srgbClr val="D72727"/>
    <a:srgbClr val="1E77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C6F127-4B78-8240-AE2E-051FA25A2949}" v="2" dt="2025-10-10T09:08:36.337"/>
    <p1510:client id="{57788B9D-A94D-FD43-A2D1-13C0812CF3D7}" v="1" dt="2025-10-09T15:44:22.127"/>
    <p1510:client id="{8869CB7C-74C5-EE45-AF7E-D61D9316F58F}" v="42" dt="2025-10-10T08:59:46.274"/>
    <p1510:client id="{DC8C2CC5-D49B-3942-8321-F1E396D5AC83}" v="7" dt="2025-10-10T09:05:27.5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9"/>
    <p:restoredTop sz="94635"/>
  </p:normalViewPr>
  <p:slideViewPr>
    <p:cSldViewPr snapToGrid="0">
      <p:cViewPr>
        <p:scale>
          <a:sx n="352" d="100"/>
          <a:sy n="352" d="100"/>
        </p:scale>
        <p:origin x="144" y="-8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ye, Alex" userId="8983bf48-a9db-4644-8e0f-9ce59a9cb41f" providerId="ADAL" clId="{99F37294-9DC0-590B-AC7C-C3C1D6566DF0}"/>
    <pc:docChg chg="undo redo custSel modSld">
      <pc:chgData name="Kaye, Alex" userId="8983bf48-a9db-4644-8e0f-9ce59a9cb41f" providerId="ADAL" clId="{99F37294-9DC0-590B-AC7C-C3C1D6566DF0}" dt="2025-10-10T09:09:16.144" v="352" actId="20577"/>
      <pc:docMkLst>
        <pc:docMk/>
      </pc:docMkLst>
      <pc:sldChg chg="addSp delSp modSp mod">
        <pc:chgData name="Kaye, Alex" userId="8983bf48-a9db-4644-8e0f-9ce59a9cb41f" providerId="ADAL" clId="{99F37294-9DC0-590B-AC7C-C3C1D6566DF0}" dt="2025-10-10T09:09:16.144" v="352" actId="20577"/>
        <pc:sldMkLst>
          <pc:docMk/>
          <pc:sldMk cId="727177500" sldId="256"/>
        </pc:sldMkLst>
        <pc:spChg chg="add del mod topLvl">
          <ac:chgData name="Kaye, Alex" userId="8983bf48-a9db-4644-8e0f-9ce59a9cb41f" providerId="ADAL" clId="{99F37294-9DC0-590B-AC7C-C3C1D6566DF0}" dt="2025-10-10T09:08:07.464" v="346" actId="478"/>
          <ac:spMkLst>
            <pc:docMk/>
            <pc:sldMk cId="727177500" sldId="256"/>
            <ac:spMk id="3" creationId="{9BF73AB5-F31C-3EE4-1ABF-38EB568EC0E5}"/>
          </ac:spMkLst>
        </pc:spChg>
        <pc:spChg chg="add del mod topLvl">
          <ac:chgData name="Kaye, Alex" userId="8983bf48-a9db-4644-8e0f-9ce59a9cb41f" providerId="ADAL" clId="{99F37294-9DC0-590B-AC7C-C3C1D6566DF0}" dt="2025-10-10T09:08:07.464" v="346" actId="478"/>
          <ac:spMkLst>
            <pc:docMk/>
            <pc:sldMk cId="727177500" sldId="256"/>
            <ac:spMk id="5" creationId="{44AC8629-9B31-5606-303E-33DB5226F538}"/>
          </ac:spMkLst>
        </pc:spChg>
        <pc:spChg chg="add del mod topLvl">
          <ac:chgData name="Kaye, Alex" userId="8983bf48-a9db-4644-8e0f-9ce59a9cb41f" providerId="ADAL" clId="{99F37294-9DC0-590B-AC7C-C3C1D6566DF0}" dt="2025-10-10T09:08:05.629" v="345" actId="478"/>
          <ac:spMkLst>
            <pc:docMk/>
            <pc:sldMk cId="727177500" sldId="256"/>
            <ac:spMk id="7" creationId="{196FB335-A189-78EB-3BD7-8FD0D6B436A4}"/>
          </ac:spMkLst>
        </pc:spChg>
        <pc:spChg chg="mod topLvl">
          <ac:chgData name="Kaye, Alex" userId="8983bf48-a9db-4644-8e0f-9ce59a9cb41f" providerId="ADAL" clId="{99F37294-9DC0-590B-AC7C-C3C1D6566DF0}" dt="2025-10-10T08:56:12.701" v="276" actId="165"/>
          <ac:spMkLst>
            <pc:docMk/>
            <pc:sldMk cId="727177500" sldId="256"/>
            <ac:spMk id="9" creationId="{10198727-5510-311B-9278-AFA46A292371}"/>
          </ac:spMkLst>
        </pc:spChg>
        <pc:spChg chg="add mod topLvl">
          <ac:chgData name="Kaye, Alex" userId="8983bf48-a9db-4644-8e0f-9ce59a9cb41f" providerId="ADAL" clId="{99F37294-9DC0-590B-AC7C-C3C1D6566DF0}" dt="2025-10-10T09:09:16.144" v="352" actId="20577"/>
          <ac:spMkLst>
            <pc:docMk/>
            <pc:sldMk cId="727177500" sldId="256"/>
            <ac:spMk id="12" creationId="{55CD1A5B-D669-4A97-8C68-0D688E1B33BC}"/>
          </ac:spMkLst>
        </pc:spChg>
        <pc:spChg chg="add del mod">
          <ac:chgData name="Kaye, Alex" userId="8983bf48-a9db-4644-8e0f-9ce59a9cb41f" providerId="ADAL" clId="{99F37294-9DC0-590B-AC7C-C3C1D6566DF0}" dt="2025-10-10T09:08:05.629" v="345" actId="478"/>
          <ac:spMkLst>
            <pc:docMk/>
            <pc:sldMk cId="727177500" sldId="256"/>
            <ac:spMk id="14" creationId="{03990A61-67C3-C4E6-584A-D4C00169764A}"/>
          </ac:spMkLst>
        </pc:spChg>
        <pc:spChg chg="del mod">
          <ac:chgData name="Kaye, Alex" userId="8983bf48-a9db-4644-8e0f-9ce59a9cb41f" providerId="ADAL" clId="{99F37294-9DC0-590B-AC7C-C3C1D6566DF0}" dt="2025-10-09T16:39:19.629" v="153" actId="478"/>
          <ac:spMkLst>
            <pc:docMk/>
            <pc:sldMk cId="727177500" sldId="256"/>
            <ac:spMk id="15" creationId="{8889F7E0-0035-1DD1-FB7D-EB946F1B3C77}"/>
          </ac:spMkLst>
        </pc:spChg>
        <pc:spChg chg="del mod">
          <ac:chgData name="Kaye, Alex" userId="8983bf48-a9db-4644-8e0f-9ce59a9cb41f" providerId="ADAL" clId="{99F37294-9DC0-590B-AC7C-C3C1D6566DF0}" dt="2025-10-09T16:39:22.143" v="154" actId="478"/>
          <ac:spMkLst>
            <pc:docMk/>
            <pc:sldMk cId="727177500" sldId="256"/>
            <ac:spMk id="16" creationId="{620635BE-A54A-88B6-A213-5BB8F307184F}"/>
          </ac:spMkLst>
        </pc:spChg>
        <pc:spChg chg="del mod">
          <ac:chgData name="Kaye, Alex" userId="8983bf48-a9db-4644-8e0f-9ce59a9cb41f" providerId="ADAL" clId="{99F37294-9DC0-590B-AC7C-C3C1D6566DF0}" dt="2025-10-09T16:39:22.143" v="154" actId="478"/>
          <ac:spMkLst>
            <pc:docMk/>
            <pc:sldMk cId="727177500" sldId="256"/>
            <ac:spMk id="17" creationId="{DD538B4C-02EB-E92D-38EC-A917002A6669}"/>
          </ac:spMkLst>
        </pc:spChg>
        <pc:spChg chg="add del mod topLvl">
          <ac:chgData name="Kaye, Alex" userId="8983bf48-a9db-4644-8e0f-9ce59a9cb41f" providerId="ADAL" clId="{99F37294-9DC0-590B-AC7C-C3C1D6566DF0}" dt="2025-10-10T09:08:05.629" v="345" actId="478"/>
          <ac:spMkLst>
            <pc:docMk/>
            <pc:sldMk cId="727177500" sldId="256"/>
            <ac:spMk id="19" creationId="{B091473A-A9AC-57C4-5CD9-629D39B97825}"/>
          </ac:spMkLst>
        </pc:spChg>
        <pc:grpChg chg="add mod">
          <ac:chgData name="Kaye, Alex" userId="8983bf48-a9db-4644-8e0f-9ce59a9cb41f" providerId="ADAL" clId="{99F37294-9DC0-590B-AC7C-C3C1D6566DF0}" dt="2025-10-10T08:56:01.709" v="275" actId="14100"/>
          <ac:grpSpMkLst>
            <pc:docMk/>
            <pc:sldMk cId="727177500" sldId="256"/>
            <ac:grpSpMk id="8" creationId="{C3DBE9C0-770C-F407-49C9-47DA3D4F0B59}"/>
          </ac:grpSpMkLst>
        </pc:grpChg>
        <pc:picChg chg="add del mod topLvl">
          <ac:chgData name="Kaye, Alex" userId="8983bf48-a9db-4644-8e0f-9ce59a9cb41f" providerId="ADAL" clId="{99F37294-9DC0-590B-AC7C-C3C1D6566DF0}" dt="2025-10-10T09:08:07.464" v="346" actId="478"/>
          <ac:picMkLst>
            <pc:docMk/>
            <pc:sldMk cId="727177500" sldId="256"/>
            <ac:picMk id="2" creationId="{26E1CC3A-F5DD-FB73-650F-0A9F42F7A2E9}"/>
          </ac:picMkLst>
        </pc:picChg>
        <pc:picChg chg="add mod">
          <ac:chgData name="Kaye, Alex" userId="8983bf48-a9db-4644-8e0f-9ce59a9cb41f" providerId="ADAL" clId="{99F37294-9DC0-590B-AC7C-C3C1D6566DF0}" dt="2025-10-09T16:38:16.493" v="112" actId="931"/>
          <ac:picMkLst>
            <pc:docMk/>
            <pc:sldMk cId="727177500" sldId="256"/>
            <ac:picMk id="3" creationId="{8F1EC2E8-2D3A-8D14-0FAA-2F375118F1CF}"/>
          </ac:picMkLst>
        </pc:picChg>
        <pc:picChg chg="add del mod">
          <ac:chgData name="Kaye, Alex" userId="8983bf48-a9db-4644-8e0f-9ce59a9cb41f" providerId="ADAL" clId="{99F37294-9DC0-590B-AC7C-C3C1D6566DF0}" dt="2025-10-10T09:08:07.464" v="346" actId="478"/>
          <ac:picMkLst>
            <pc:docMk/>
            <pc:sldMk cId="727177500" sldId="256"/>
            <ac:picMk id="4" creationId="{E8F28E93-3D49-43A5-8251-3F5F81385CEE}"/>
          </ac:picMkLst>
        </pc:picChg>
        <pc:picChg chg="del mod">
          <ac:chgData name="Kaye, Alex" userId="8983bf48-a9db-4644-8e0f-9ce59a9cb41f" providerId="ADAL" clId="{99F37294-9DC0-590B-AC7C-C3C1D6566DF0}" dt="2025-10-09T16:35:12.539" v="107" actId="478"/>
          <ac:picMkLst>
            <pc:docMk/>
            <pc:sldMk cId="727177500" sldId="256"/>
            <ac:picMk id="5" creationId="{536E9965-903A-7BF5-04CA-E3B9C6B349E2}"/>
          </ac:picMkLst>
        </pc:picChg>
        <pc:picChg chg="add del mod">
          <ac:chgData name="Kaye, Alex" userId="8983bf48-a9db-4644-8e0f-9ce59a9cb41f" providerId="ADAL" clId="{99F37294-9DC0-590B-AC7C-C3C1D6566DF0}" dt="2025-10-10T09:08:05.629" v="345" actId="478"/>
          <ac:picMkLst>
            <pc:docMk/>
            <pc:sldMk cId="727177500" sldId="256"/>
            <ac:picMk id="6" creationId="{943EBDC3-4727-D3D4-2F64-A259AFF5005A}"/>
          </ac:picMkLst>
        </pc:picChg>
        <pc:picChg chg="add del mod">
          <ac:chgData name="Kaye, Alex" userId="8983bf48-a9db-4644-8e0f-9ce59a9cb41f" providerId="ADAL" clId="{99F37294-9DC0-590B-AC7C-C3C1D6566DF0}" dt="2025-10-09T16:38:27.738" v="116" actId="478"/>
          <ac:picMkLst>
            <pc:docMk/>
            <pc:sldMk cId="727177500" sldId="256"/>
            <ac:picMk id="6" creationId="{BD1390EF-7992-0024-15B5-8F475C2A28F7}"/>
          </ac:picMkLst>
        </pc:picChg>
        <pc:picChg chg="del">
          <ac:chgData name="Kaye, Alex" userId="8983bf48-a9db-4644-8e0f-9ce59a9cb41f" providerId="ADAL" clId="{99F37294-9DC0-590B-AC7C-C3C1D6566DF0}" dt="2025-10-09T16:39:16.996" v="152" actId="478"/>
          <ac:picMkLst>
            <pc:docMk/>
            <pc:sldMk cId="727177500" sldId="256"/>
            <ac:picMk id="8" creationId="{9A1A7B5B-717E-8FB2-0399-D2834C164B6C}"/>
          </ac:picMkLst>
        </pc:picChg>
        <pc:picChg chg="add mod topLvl">
          <ac:chgData name="Kaye, Alex" userId="8983bf48-a9db-4644-8e0f-9ce59a9cb41f" providerId="ADAL" clId="{99F37294-9DC0-590B-AC7C-C3C1D6566DF0}" dt="2025-10-10T09:08:24.226" v="347" actId="14826"/>
          <ac:picMkLst>
            <pc:docMk/>
            <pc:sldMk cId="727177500" sldId="256"/>
            <ac:picMk id="10" creationId="{092E1BE9-ED39-C639-59F1-29738E98BC6C}"/>
          </ac:picMkLst>
        </pc:picChg>
        <pc:picChg chg="add mod topLvl">
          <ac:chgData name="Kaye, Alex" userId="8983bf48-a9db-4644-8e0f-9ce59a9cb41f" providerId="ADAL" clId="{99F37294-9DC0-590B-AC7C-C3C1D6566DF0}" dt="2025-10-10T09:08:53.424" v="350" actId="1076"/>
          <ac:picMkLst>
            <pc:docMk/>
            <pc:sldMk cId="727177500" sldId="256"/>
            <ac:picMk id="11" creationId="{35847F83-C7B1-2591-414F-4EB8F905C9BB}"/>
          </ac:picMkLst>
        </pc:picChg>
        <pc:picChg chg="del">
          <ac:chgData name="Kaye, Alex" userId="8983bf48-a9db-4644-8e0f-9ce59a9cb41f" providerId="ADAL" clId="{99F37294-9DC0-590B-AC7C-C3C1D6566DF0}" dt="2025-10-09T16:39:22.143" v="154" actId="478"/>
          <ac:picMkLst>
            <pc:docMk/>
            <pc:sldMk cId="727177500" sldId="256"/>
            <ac:picMk id="13" creationId="{764300D7-7C5D-0601-7725-2F262E3F9078}"/>
          </ac:picMkLst>
        </pc:picChg>
        <pc:picChg chg="add del mod">
          <ac:chgData name="Kaye, Alex" userId="8983bf48-a9db-4644-8e0f-9ce59a9cb41f" providerId="ADAL" clId="{99F37294-9DC0-590B-AC7C-C3C1D6566DF0}" dt="2025-10-10T09:08:05.629" v="345" actId="478"/>
          <ac:picMkLst>
            <pc:docMk/>
            <pc:sldMk cId="727177500" sldId="256"/>
            <ac:picMk id="13" creationId="{CA675437-CF90-930C-A8B9-1E29829C5EA6}"/>
          </ac:picMkLst>
        </pc:picChg>
        <pc:picChg chg="del">
          <ac:chgData name="Kaye, Alex" userId="8983bf48-a9db-4644-8e0f-9ce59a9cb41f" providerId="ADAL" clId="{99F37294-9DC0-590B-AC7C-C3C1D6566DF0}" dt="2025-10-09T16:39:22.143" v="154" actId="478"/>
          <ac:picMkLst>
            <pc:docMk/>
            <pc:sldMk cId="727177500" sldId="256"/>
            <ac:picMk id="14" creationId="{2BC0B595-9A06-651E-515E-25D7D53103FD}"/>
          </ac:picMkLst>
        </pc:picChg>
        <pc:picChg chg="add del mod topLvl">
          <ac:chgData name="Kaye, Alex" userId="8983bf48-a9db-4644-8e0f-9ce59a9cb41f" providerId="ADAL" clId="{99F37294-9DC0-590B-AC7C-C3C1D6566DF0}" dt="2025-10-10T09:08:05.629" v="345" actId="478"/>
          <ac:picMkLst>
            <pc:docMk/>
            <pc:sldMk cId="727177500" sldId="256"/>
            <ac:picMk id="18" creationId="{D637DBD8-9DA6-9FAD-08BD-40BB0E922B7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4FB7A-6224-8F47-83FA-7D1C332BED81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31340C-0B69-CD44-9AFF-5C2DB56BE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241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31340C-0B69-CD44-9AFF-5C2DB56BE8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356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DD4E9-67E9-C56A-ED5C-9606EFB7E1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C42E40-FE93-0EB5-F12C-6418A4B6C7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26430-EF09-0D09-B56F-7C6A649AD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F7047-0B98-B713-03AC-164D95F58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5BF2A-D8BF-2571-C830-AF9A9C5B2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677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7284F-AF69-1D6E-D40C-599E1E481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F26F4-52CC-38BF-ACC6-7C3B2644D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9D3CA-5C0C-7052-E061-8F9B29450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90F48-6975-8DD3-3BDF-785AFF64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CA5D3-8477-C628-3199-630CEFE38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147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54B6C-CB69-3C7A-548C-BF6A1D3E2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8D5D4-EEF0-BCEF-0092-52E09926C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21631-D709-9C70-C6A6-AC3EE6DD5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F97FC-FAF4-D33C-1B14-61AFD48F5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8C5CD-57C0-DDAE-0DFC-3FF8088F8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188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D7690-9A2D-7000-54DF-C6A31E4B5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027CE-A70D-F4B7-B8FB-FB20FCC50D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C0CA15-E18E-76A9-CBD1-B451EA93D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0A8DE2-BB9B-6DB1-E5B5-BCC415036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5A19B7-0D98-9155-767F-156E89685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DDEA9-494F-28D0-3095-A17148756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01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CB943-B675-1EFC-EFBA-35310754C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06028-8217-53AF-6331-0AD404E9B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C30B99-3C8A-3FC3-2D7E-CD2F82CAB7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16A85B-CF1B-6EF0-FAD4-855693030F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447F6C-5E1B-E1A8-400E-5A03A123F9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291BA8-4ECE-3E01-0D5A-E72E40987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C0017A-BF63-E026-73C1-DEA728480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BBC8E7-9223-B459-F0F5-3C4E55A8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113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EA2E5-7F94-4D70-12AA-1D372FC88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AFD47-3791-5CD3-16B0-FEB2DF96F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9F81F3-249A-024A-8978-A86904E08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51258-351F-EFC9-1C0E-E4246F1BE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087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92E917-B853-0C2B-08E2-B3D411D0F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BFFB4E-5EFE-F8CC-5A02-BC67EAC1E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0A9C65-4D14-F313-3ABC-EB2C51EB5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947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E4DAA-3D11-F0ED-63C4-8C2EA561F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789E3-B0A1-C873-3560-D27A082AB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EAE53-4DB2-E568-F4BE-6229F22E8D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5F3BCA-CD8D-EAB8-5C62-157FF165F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BE200E-3C1A-8183-504B-2823EE702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D9DE6E-0DC5-331A-02AC-CA351632D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438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6A09A-8A69-7B41-5511-F879B2A1D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DB0EED-43DC-E492-0447-C659BFC9F1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D8B876-859F-0770-30B1-9990DA0B2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8B2B8D-FB80-ECEA-7EF2-B0946FC72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FBBB41-0F5B-B500-2EF6-347E42389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8FE98-C769-C9B0-50C4-7EEF63C3F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726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728C9-E92C-31C3-AD9A-D5D06216D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451D28-07BD-4965-98F1-6696E8C140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01938-4FC9-2356-6B7B-E80D658B4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8625B-9AF9-E37F-7E8F-9FB999B00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E33CE-E820-049C-1900-76985A1A1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03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748E54-6CF1-F3DD-1310-F2BABB1126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6B7314-DB62-7C39-579A-AFC5E58DD3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177D5-DB4D-F138-835B-D7CF5E141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6CE78-B97A-9523-EB9D-EC247AFE6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16238-806E-7134-69B2-864FFC047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422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7A326C-21E5-C2FC-57B1-283AFD18A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809DA-EF8B-77B8-FF67-A5DC5EAF2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CE06C-9C0F-69A1-5CE6-865053219A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6B4407-CA21-FB4D-B5B6-9B5F2752B8A3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24943-A58D-FA50-B7A5-D5F0C8745F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D6963-A579-1835-9908-3631874F7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410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26" Type="http://schemas.openxmlformats.org/officeDocument/2006/relationships/image" Target="../media/image24.png"/><Relationship Id="rId3" Type="http://schemas.openxmlformats.org/officeDocument/2006/relationships/image" Target="../media/image1.emf"/><Relationship Id="rId21" Type="http://schemas.openxmlformats.org/officeDocument/2006/relationships/image" Target="../media/image19.png"/><Relationship Id="rId34" Type="http://schemas.openxmlformats.org/officeDocument/2006/relationships/image" Target="../media/image16.png"/><Relationship Id="rId7" Type="http://schemas.openxmlformats.org/officeDocument/2006/relationships/image" Target="../media/image5.emf"/><Relationship Id="rId25" Type="http://schemas.openxmlformats.org/officeDocument/2006/relationships/image" Target="../media/image9.png"/><Relationship Id="rId33" Type="http://schemas.openxmlformats.org/officeDocument/2006/relationships/image" Target="../media/image15.png"/><Relationship Id="rId38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24" Type="http://schemas.openxmlformats.org/officeDocument/2006/relationships/image" Target="../media/image8.png"/><Relationship Id="rId32" Type="http://schemas.openxmlformats.org/officeDocument/2006/relationships/image" Target="../media/image14.png"/><Relationship Id="rId37" Type="http://schemas.openxmlformats.org/officeDocument/2006/relationships/image" Target="../media/image21.png"/><Relationship Id="rId5" Type="http://schemas.openxmlformats.org/officeDocument/2006/relationships/image" Target="../media/image3.emf"/><Relationship Id="rId23" Type="http://schemas.openxmlformats.org/officeDocument/2006/relationships/image" Target="../media/image7.png"/><Relationship Id="rId28" Type="http://schemas.openxmlformats.org/officeDocument/2006/relationships/image" Target="../media/image11.png"/><Relationship Id="rId36" Type="http://schemas.openxmlformats.org/officeDocument/2006/relationships/image" Target="../media/image18.png"/><Relationship Id="rId31" Type="http://schemas.openxmlformats.org/officeDocument/2006/relationships/image" Target="../media/image13.png"/><Relationship Id="rId4" Type="http://schemas.openxmlformats.org/officeDocument/2006/relationships/image" Target="../media/image2.emf"/><Relationship Id="rId22" Type="http://schemas.openxmlformats.org/officeDocument/2006/relationships/image" Target="../media/image20.png"/><Relationship Id="rId27" Type="http://schemas.openxmlformats.org/officeDocument/2006/relationships/image" Target="../media/image10.png"/><Relationship Id="rId30" Type="http://schemas.openxmlformats.org/officeDocument/2006/relationships/image" Target="../media/image22.png"/><Relationship Id="rId35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58">
            <a:extLst>
              <a:ext uri="{FF2B5EF4-FFF2-40B4-BE49-F238E27FC236}">
                <a16:creationId xmlns:a16="http://schemas.microsoft.com/office/drawing/2014/main" id="{3B4F1DD2-7ACD-E814-0E02-173087B8C9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9757" y="69574"/>
            <a:ext cx="1873329" cy="18733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53DDFB-CDE5-5D4B-D76B-7388FBE486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631379" y="69574"/>
            <a:ext cx="1873329" cy="187332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1D63651-C269-2A49-AA55-B29D8418D6E2}"/>
              </a:ext>
            </a:extLst>
          </p:cNvPr>
          <p:cNvSpPr txBox="1"/>
          <p:nvPr/>
        </p:nvSpPr>
        <p:spPr>
          <a:xfrm>
            <a:off x="596214" y="69574"/>
            <a:ext cx="32708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A</a:t>
            </a:r>
            <a:endParaRPr lang="en-US" sz="12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757FA84-28E5-F7F7-6937-317D0843261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631379" y="2051965"/>
            <a:ext cx="1873329" cy="187332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064E8CC-DC47-F414-30E1-D31872A6C315}"/>
              </a:ext>
            </a:extLst>
          </p:cNvPr>
          <p:cNvSpPr txBox="1"/>
          <p:nvPr/>
        </p:nvSpPr>
        <p:spPr>
          <a:xfrm>
            <a:off x="596214" y="2115464"/>
            <a:ext cx="32708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B</a:t>
            </a:r>
            <a:endParaRPr lang="en-US" sz="12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CD46CBE-83AC-F009-D466-82E87F6A5AD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631378" y="4097856"/>
            <a:ext cx="1873329" cy="1873329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A437ACDD-F04A-0342-65F0-DB28F61EFF3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55711" y="2051965"/>
            <a:ext cx="1873329" cy="1873329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E894DD5D-2CED-5F0D-695D-87A557613D0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59756" y="4097855"/>
            <a:ext cx="1873329" cy="187332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E0D5DF6-24ED-80F0-1385-51DD33DFA835}"/>
              </a:ext>
            </a:extLst>
          </p:cNvPr>
          <p:cNvSpPr txBox="1"/>
          <p:nvPr/>
        </p:nvSpPr>
        <p:spPr>
          <a:xfrm>
            <a:off x="596214" y="4097855"/>
            <a:ext cx="32708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C</a:t>
            </a:r>
            <a:endParaRPr lang="en-US" sz="1200" dirty="0"/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59EAF876-444B-E1D5-E655-6DD40E340342}"/>
              </a:ext>
            </a:extLst>
          </p:cNvPr>
          <p:cNvGrpSpPr/>
          <p:nvPr/>
        </p:nvGrpSpPr>
        <p:grpSpPr>
          <a:xfrm>
            <a:off x="1890667" y="4610326"/>
            <a:ext cx="644233" cy="496921"/>
            <a:chOff x="2152394" y="4605188"/>
            <a:chExt cx="644233" cy="496921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BE6A5E27-F642-F570-DDD5-5D0F9049ED8C}"/>
                </a:ext>
              </a:extLst>
            </p:cNvPr>
            <p:cNvSpPr/>
            <p:nvPr/>
          </p:nvSpPr>
          <p:spPr>
            <a:xfrm>
              <a:off x="2152394" y="4605188"/>
              <a:ext cx="644233" cy="496921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7DB974FD-31C0-39CB-AFB2-F4ED23387A31}"/>
                    </a:ext>
                  </a:extLst>
                </p:cNvPr>
                <p:cNvSpPr txBox="1"/>
                <p:nvPr/>
              </p:nvSpPr>
              <p:spPr>
                <a:xfrm>
                  <a:off x="2294086" y="4622817"/>
                  <a:ext cx="467436" cy="769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=1.2, 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=2.67</m:t>
                        </m:r>
                      </m:oMath>
                    </m:oMathPara>
                  </a14:m>
                  <a:endParaRPr lang="en-GB" sz="500" dirty="0"/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7DB974FD-31C0-39CB-AFB2-F4ED23387A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4086" y="4622817"/>
                  <a:ext cx="467436" cy="76944"/>
                </a:xfrm>
                <a:prstGeom prst="rect">
                  <a:avLst/>
                </a:prstGeom>
                <a:blipFill>
                  <a:blip r:embed="rId21"/>
                  <a:stretch>
                    <a:fillRect l="-2632" r="-2632" b="-1428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87B97DF9-A2B1-8A20-629B-F62129A69388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99" y="4664819"/>
              <a:ext cx="72000" cy="0"/>
            </a:xfrm>
            <a:prstGeom prst="line">
              <a:avLst/>
            </a:prstGeom>
            <a:ln w="12700">
              <a:solidFill>
                <a:srgbClr val="8B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E8BE0613-ABDA-AF65-3848-F7069E524077}"/>
                    </a:ext>
                  </a:extLst>
                </p:cNvPr>
                <p:cNvSpPr txBox="1"/>
                <p:nvPr/>
              </p:nvSpPr>
              <p:spPr>
                <a:xfrm>
                  <a:off x="2294086" y="4699761"/>
                  <a:ext cx="467436" cy="769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=1.5, 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=2.13</m:t>
                        </m:r>
                      </m:oMath>
                    </m:oMathPara>
                  </a14:m>
                  <a:endParaRPr lang="en-GB" sz="500" dirty="0"/>
                </a:p>
              </p:txBody>
            </p:sp>
          </mc:Choice>
          <mc:Fallback xmlns="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E8BE0613-ABDA-AF65-3848-F7069E5240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4086" y="4699761"/>
                  <a:ext cx="467436" cy="76944"/>
                </a:xfrm>
                <a:prstGeom prst="rect">
                  <a:avLst/>
                </a:prstGeom>
                <a:blipFill>
                  <a:blip r:embed="rId22"/>
                  <a:stretch>
                    <a:fillRect l="-2632" r="-2632" b="-1428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A5BAA6D0-E89A-407E-577C-5C0302A2987F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99" y="4741763"/>
              <a:ext cx="72000" cy="0"/>
            </a:xfrm>
            <a:prstGeom prst="line">
              <a:avLst/>
            </a:prstGeom>
            <a:ln w="12700">
              <a:solidFill>
                <a:srgbClr val="FF45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11048A00-57CA-CA8D-EEF8-CC5EDDD4D9E0}"/>
                    </a:ext>
                  </a:extLst>
                </p:cNvPr>
                <p:cNvSpPr txBox="1"/>
                <p:nvPr/>
              </p:nvSpPr>
              <p:spPr>
                <a:xfrm>
                  <a:off x="2294086" y="4776705"/>
                  <a:ext cx="463973" cy="769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GB" sz="500" i="1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=2.0, 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=1.60</m:t>
                        </m:r>
                      </m:oMath>
                    </m:oMathPara>
                  </a14:m>
                  <a:endParaRPr lang="en-GB" sz="500" dirty="0"/>
                </a:p>
              </p:txBody>
            </p:sp>
          </mc:Choice>
          <mc:Fallback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11048A00-57CA-CA8D-EEF8-CC5EDDD4D9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4086" y="4776705"/>
                  <a:ext cx="463973" cy="76944"/>
                </a:xfrm>
                <a:prstGeom prst="rect">
                  <a:avLst/>
                </a:prstGeom>
                <a:blipFill>
                  <a:blip r:embed="rId23"/>
                  <a:stretch>
                    <a:fillRect l="-2632" r="-2632" b="-1428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69BA7C89-9A18-2A6D-7541-BF7BE2D38CBD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99" y="4818707"/>
              <a:ext cx="72000" cy="0"/>
            </a:xfrm>
            <a:prstGeom prst="line">
              <a:avLst/>
            </a:prstGeom>
            <a:ln w="12700">
              <a:solidFill>
                <a:srgbClr val="FFD8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A9B10095-D2CF-3620-7C8A-1690D1673472}"/>
                    </a:ext>
                  </a:extLst>
                </p:cNvPr>
                <p:cNvSpPr txBox="1"/>
                <p:nvPr/>
              </p:nvSpPr>
              <p:spPr>
                <a:xfrm>
                  <a:off x="2294086" y="4853649"/>
                  <a:ext cx="467436" cy="769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=4.0, 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=0.80</m:t>
                        </m:r>
                      </m:oMath>
                    </m:oMathPara>
                  </a14:m>
                  <a:endParaRPr lang="en-GB" sz="500" dirty="0"/>
                </a:p>
              </p:txBody>
            </p:sp>
          </mc:Choice>
          <mc:Fallback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A9B10095-D2CF-3620-7C8A-1690D16734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4086" y="4853649"/>
                  <a:ext cx="467436" cy="76944"/>
                </a:xfrm>
                <a:prstGeom prst="rect">
                  <a:avLst/>
                </a:prstGeom>
                <a:blipFill>
                  <a:blip r:embed="rId24"/>
                  <a:stretch>
                    <a:fillRect l="-2632" r="-2632" b="-1428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95BBD1D2-C294-23FA-7351-0FDE580AD859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99" y="4895651"/>
              <a:ext cx="72000" cy="0"/>
            </a:xfrm>
            <a:prstGeom prst="line">
              <a:avLst/>
            </a:prstGeom>
            <a:ln w="12700">
              <a:solidFill>
                <a:srgbClr val="33CD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96DF2B4C-466C-DF6D-E0A1-5CBE4D51EA3F}"/>
                    </a:ext>
                  </a:extLst>
                </p:cNvPr>
                <p:cNvSpPr txBox="1"/>
                <p:nvPr/>
              </p:nvSpPr>
              <p:spPr>
                <a:xfrm>
                  <a:off x="2294086" y="4930593"/>
                  <a:ext cx="467436" cy="769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=8.0, 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=0.40</m:t>
                        </m:r>
                      </m:oMath>
                    </m:oMathPara>
                  </a14:m>
                  <a:endParaRPr lang="en-GB" sz="500" dirty="0"/>
                </a:p>
              </p:txBody>
            </p:sp>
          </mc:Choice>
          <mc:Fallback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96DF2B4C-466C-DF6D-E0A1-5CBE4D51EA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4086" y="4930593"/>
                  <a:ext cx="467436" cy="76944"/>
                </a:xfrm>
                <a:prstGeom prst="rect">
                  <a:avLst/>
                </a:prstGeom>
                <a:blipFill>
                  <a:blip r:embed="rId25"/>
                  <a:stretch>
                    <a:fillRect l="-2632" r="-2632" b="-1428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749A7FF0-56F0-ECB8-0458-5D529F6673FC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99" y="4972595"/>
              <a:ext cx="72000" cy="0"/>
            </a:xfrm>
            <a:prstGeom prst="line">
              <a:avLst/>
            </a:prstGeom>
            <a:ln w="12700">
              <a:solidFill>
                <a:srgbClr val="1C9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3B8FAE85-6E09-FDBA-D6CD-E3050FE6F166}"/>
                    </a:ext>
                  </a:extLst>
                </p:cNvPr>
                <p:cNvSpPr txBox="1"/>
                <p:nvPr/>
              </p:nvSpPr>
              <p:spPr>
                <a:xfrm>
                  <a:off x="2294086" y="5007537"/>
                  <a:ext cx="467436" cy="769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=16.0, 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=0.2</m:t>
                        </m:r>
                      </m:oMath>
                    </m:oMathPara>
                  </a14:m>
                  <a:endParaRPr lang="en-GB" sz="500" dirty="0"/>
                </a:p>
              </p:txBody>
            </p:sp>
          </mc:Choice>
          <mc:Fallback xmlns="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3B8FAE85-6E09-FDBA-D6CD-E3050FE6F1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4086" y="5007537"/>
                  <a:ext cx="467436" cy="76944"/>
                </a:xfrm>
                <a:prstGeom prst="rect">
                  <a:avLst/>
                </a:prstGeom>
                <a:blipFill>
                  <a:blip r:embed="rId26"/>
                  <a:stretch>
                    <a:fillRect l="-2632" r="-2632" b="-1428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505213D2-61BE-5DC9-B984-D15A18C26B68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99" y="5049539"/>
              <a:ext cx="72000" cy="0"/>
            </a:xfrm>
            <a:prstGeom prst="line">
              <a:avLst/>
            </a:prstGeom>
            <a:ln w="12700">
              <a:solidFill>
                <a:srgbClr val="9931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48D9E43-4B8A-8FAE-DBC1-EEEBD2856833}"/>
              </a:ext>
            </a:extLst>
          </p:cNvPr>
          <p:cNvGrpSpPr/>
          <p:nvPr/>
        </p:nvGrpSpPr>
        <p:grpSpPr>
          <a:xfrm>
            <a:off x="1929513" y="2563626"/>
            <a:ext cx="605387" cy="496921"/>
            <a:chOff x="2152394" y="4605188"/>
            <a:chExt cx="605387" cy="49692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108D40E-A9A2-27E5-ADAE-B598BCFFFECF}"/>
                </a:ext>
              </a:extLst>
            </p:cNvPr>
            <p:cNvSpPr/>
            <p:nvPr/>
          </p:nvSpPr>
          <p:spPr>
            <a:xfrm>
              <a:off x="2152394" y="4605188"/>
              <a:ext cx="605387" cy="496921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872CD5A5-0681-C6B4-C819-0966056453B3}"/>
                    </a:ext>
                  </a:extLst>
                </p:cNvPr>
                <p:cNvSpPr txBox="1"/>
                <p:nvPr/>
              </p:nvSpPr>
              <p:spPr>
                <a:xfrm>
                  <a:off x="2294086" y="4622817"/>
                  <a:ext cx="432170" cy="769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=1.5, 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=0.8</m:t>
                        </m:r>
                      </m:oMath>
                    </m:oMathPara>
                  </a14:m>
                  <a:endParaRPr lang="en-GB" sz="500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872CD5A5-0681-C6B4-C819-0966056453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4086" y="4622817"/>
                  <a:ext cx="432170" cy="76944"/>
                </a:xfrm>
                <a:prstGeom prst="rect">
                  <a:avLst/>
                </a:prstGeom>
                <a:blipFill>
                  <a:blip r:embed="rId27"/>
                  <a:stretch>
                    <a:fillRect l="-2857" r="-2857" b="-1428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F5FB947-8E80-74D5-096E-EFF5A17DE624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99" y="4664819"/>
              <a:ext cx="72000" cy="0"/>
            </a:xfrm>
            <a:prstGeom prst="line">
              <a:avLst/>
            </a:prstGeom>
            <a:ln w="12700">
              <a:solidFill>
                <a:srgbClr val="8B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43C79C7-60B3-B4E1-D70B-39B6EF72F72E}"/>
                    </a:ext>
                  </a:extLst>
                </p:cNvPr>
                <p:cNvSpPr txBox="1"/>
                <p:nvPr/>
              </p:nvSpPr>
              <p:spPr>
                <a:xfrm>
                  <a:off x="2294086" y="4699761"/>
                  <a:ext cx="432170" cy="769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=2.0, 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=0.8</m:t>
                        </m:r>
                      </m:oMath>
                    </m:oMathPara>
                  </a14:m>
                  <a:endParaRPr lang="en-GB" sz="500" dirty="0"/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43C79C7-60B3-B4E1-D70B-39B6EF72F7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4086" y="4699761"/>
                  <a:ext cx="432170" cy="76944"/>
                </a:xfrm>
                <a:prstGeom prst="rect">
                  <a:avLst/>
                </a:prstGeom>
                <a:blipFill>
                  <a:blip r:embed="rId28"/>
                  <a:stretch>
                    <a:fillRect l="-2857" r="-2857" b="-1428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A78A4C5-356C-6C5A-C877-BC90FD33CF24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99" y="4741763"/>
              <a:ext cx="72000" cy="0"/>
            </a:xfrm>
            <a:prstGeom prst="line">
              <a:avLst/>
            </a:prstGeom>
            <a:ln w="12700">
              <a:solidFill>
                <a:srgbClr val="FF45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E639251-282A-25D7-42D7-89E6A48DF961}"/>
                    </a:ext>
                  </a:extLst>
                </p:cNvPr>
                <p:cNvSpPr txBox="1"/>
                <p:nvPr/>
              </p:nvSpPr>
              <p:spPr>
                <a:xfrm>
                  <a:off x="2294086" y="4776705"/>
                  <a:ext cx="428707" cy="769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GB" sz="500" i="1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.0, 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=0.8</m:t>
                        </m:r>
                      </m:oMath>
                    </m:oMathPara>
                  </a14:m>
                  <a:endParaRPr lang="en-GB" sz="500" dirty="0"/>
                </a:p>
              </p:txBody>
            </p:sp>
          </mc:Choice>
          <mc:Fallback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E639251-282A-25D7-42D7-89E6A48DF9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4086" y="4776705"/>
                  <a:ext cx="428707" cy="76944"/>
                </a:xfrm>
                <a:prstGeom prst="rect">
                  <a:avLst/>
                </a:prstGeom>
                <a:blipFill>
                  <a:blip r:embed="rId29"/>
                  <a:stretch>
                    <a:fillRect l="-2941" r="-2941" b="-1428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C01F630-1FD3-8AA2-910F-4CE0EC0B3464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99" y="4818707"/>
              <a:ext cx="72000" cy="0"/>
            </a:xfrm>
            <a:prstGeom prst="line">
              <a:avLst/>
            </a:prstGeom>
            <a:ln w="12700">
              <a:solidFill>
                <a:srgbClr val="FFD8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832370D-0929-E7A1-74ED-99B13714884C}"/>
                    </a:ext>
                  </a:extLst>
                </p:cNvPr>
                <p:cNvSpPr txBox="1"/>
                <p:nvPr/>
              </p:nvSpPr>
              <p:spPr>
                <a:xfrm>
                  <a:off x="2294086" y="4853649"/>
                  <a:ext cx="432170" cy="769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=4.0, 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=0.8</m:t>
                        </m:r>
                      </m:oMath>
                    </m:oMathPara>
                  </a14:m>
                  <a:endParaRPr lang="en-GB" sz="500" dirty="0"/>
                </a:p>
              </p:txBody>
            </p:sp>
          </mc:Choice>
          <mc:Fallback xmlns="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A9B10095-D2CF-3620-7C8A-1690D16734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4086" y="4853649"/>
                  <a:ext cx="432170" cy="76944"/>
                </a:xfrm>
                <a:prstGeom prst="rect">
                  <a:avLst/>
                </a:prstGeom>
                <a:blipFill>
                  <a:blip r:embed="rId30"/>
                  <a:stretch>
                    <a:fillRect l="-2857" r="-2857" b="-1428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4D73AEE-5FD5-3765-65F3-E7A1F78FADCE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99" y="4895651"/>
              <a:ext cx="72000" cy="0"/>
            </a:xfrm>
            <a:prstGeom prst="line">
              <a:avLst/>
            </a:prstGeom>
            <a:ln w="12700">
              <a:solidFill>
                <a:srgbClr val="33CD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CA7BA42-79AE-7DFC-1946-D054E1EBFFDE}"/>
                    </a:ext>
                  </a:extLst>
                </p:cNvPr>
                <p:cNvSpPr txBox="1"/>
                <p:nvPr/>
              </p:nvSpPr>
              <p:spPr>
                <a:xfrm>
                  <a:off x="2294086" y="4930593"/>
                  <a:ext cx="432170" cy="769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=5.0, 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=0.8</m:t>
                        </m:r>
                      </m:oMath>
                    </m:oMathPara>
                  </a14:m>
                  <a:endParaRPr lang="en-GB" sz="500" dirty="0"/>
                </a:p>
              </p:txBody>
            </p:sp>
          </mc:Choice>
          <mc:Fallback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CA7BA42-79AE-7DFC-1946-D054E1EBFF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4086" y="4930593"/>
                  <a:ext cx="432170" cy="76944"/>
                </a:xfrm>
                <a:prstGeom prst="rect">
                  <a:avLst/>
                </a:prstGeom>
                <a:blipFill>
                  <a:blip r:embed="rId31"/>
                  <a:stretch>
                    <a:fillRect l="-2857" r="-2857" b="-1428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C4E579D-31FB-001A-2D4B-372C3B137042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99" y="4972595"/>
              <a:ext cx="72000" cy="0"/>
            </a:xfrm>
            <a:prstGeom prst="line">
              <a:avLst/>
            </a:prstGeom>
            <a:ln w="12700">
              <a:solidFill>
                <a:srgbClr val="1C9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E519FDA-DD62-0AA2-E11B-62FF037E4F24}"/>
                    </a:ext>
                  </a:extLst>
                </p:cNvPr>
                <p:cNvSpPr txBox="1"/>
                <p:nvPr/>
              </p:nvSpPr>
              <p:spPr>
                <a:xfrm>
                  <a:off x="2294086" y="5007537"/>
                  <a:ext cx="432170" cy="769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=6.0, 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=0.8</m:t>
                        </m:r>
                      </m:oMath>
                    </m:oMathPara>
                  </a14:m>
                  <a:endParaRPr lang="en-GB" sz="500" dirty="0"/>
                </a:p>
              </p:txBody>
            </p:sp>
          </mc:Choice>
          <mc:Fallback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E519FDA-DD62-0AA2-E11B-62FF037E4F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4086" y="5007537"/>
                  <a:ext cx="432170" cy="76944"/>
                </a:xfrm>
                <a:prstGeom prst="rect">
                  <a:avLst/>
                </a:prstGeom>
                <a:blipFill>
                  <a:blip r:embed="rId32"/>
                  <a:stretch>
                    <a:fillRect l="-2857" r="-2857" b="-1428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E38DF3B-EB66-6F74-4D55-E11259F62D16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99" y="5049539"/>
              <a:ext cx="72000" cy="0"/>
            </a:xfrm>
            <a:prstGeom prst="line">
              <a:avLst/>
            </a:prstGeom>
            <a:ln w="12700">
              <a:solidFill>
                <a:srgbClr val="9931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8C1C6FE-3400-CC9B-7559-57CBF985CAAF}"/>
              </a:ext>
            </a:extLst>
          </p:cNvPr>
          <p:cNvGrpSpPr/>
          <p:nvPr/>
        </p:nvGrpSpPr>
        <p:grpSpPr>
          <a:xfrm>
            <a:off x="1929510" y="585399"/>
            <a:ext cx="566543" cy="496921"/>
            <a:chOff x="2152394" y="4605188"/>
            <a:chExt cx="566543" cy="496921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A845D97-33E1-AB9A-1491-29D322775B39}"/>
                </a:ext>
              </a:extLst>
            </p:cNvPr>
            <p:cNvSpPr/>
            <p:nvPr/>
          </p:nvSpPr>
          <p:spPr>
            <a:xfrm>
              <a:off x="2152394" y="4605188"/>
              <a:ext cx="566543" cy="496921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91EC55F-48B2-F3F4-B7D3-39598F80A1CA}"/>
                    </a:ext>
                  </a:extLst>
                </p:cNvPr>
                <p:cNvSpPr txBox="1"/>
                <p:nvPr/>
              </p:nvSpPr>
              <p:spPr>
                <a:xfrm>
                  <a:off x="2294086" y="4622817"/>
                  <a:ext cx="384080" cy="769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=4, 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=0.2</m:t>
                        </m:r>
                      </m:oMath>
                    </m:oMathPara>
                  </a14:m>
                  <a:endParaRPr lang="en-GB" sz="500" dirty="0"/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91EC55F-48B2-F3F4-B7D3-39598F80A1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4086" y="4622817"/>
                  <a:ext cx="384080" cy="76944"/>
                </a:xfrm>
                <a:prstGeom prst="rect">
                  <a:avLst/>
                </a:prstGeom>
                <a:blipFill>
                  <a:blip r:embed="rId33"/>
                  <a:stretch>
                    <a:fillRect l="-6452" r="-3226" b="-1428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1618C90-927A-B8C5-542A-42661BF9502A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99" y="4664819"/>
              <a:ext cx="72000" cy="0"/>
            </a:xfrm>
            <a:prstGeom prst="line">
              <a:avLst/>
            </a:prstGeom>
            <a:ln w="12700">
              <a:solidFill>
                <a:srgbClr val="8B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2D491D8-F68B-34CD-B276-F8F4CE98576E}"/>
                    </a:ext>
                  </a:extLst>
                </p:cNvPr>
                <p:cNvSpPr txBox="1"/>
                <p:nvPr/>
              </p:nvSpPr>
              <p:spPr>
                <a:xfrm>
                  <a:off x="2294086" y="4699761"/>
                  <a:ext cx="384080" cy="769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=4, 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=0.4</m:t>
                        </m:r>
                      </m:oMath>
                    </m:oMathPara>
                  </a14:m>
                  <a:endParaRPr lang="en-GB" sz="500" dirty="0"/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2D491D8-F68B-34CD-B276-F8F4CE9857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4086" y="4699761"/>
                  <a:ext cx="384080" cy="76944"/>
                </a:xfrm>
                <a:prstGeom prst="rect">
                  <a:avLst/>
                </a:prstGeom>
                <a:blipFill>
                  <a:blip r:embed="rId34"/>
                  <a:stretch>
                    <a:fillRect l="-6452" r="-3226" b="-1428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290AF41-19EA-B256-3B22-D39C9E90707F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99" y="4741763"/>
              <a:ext cx="72000" cy="0"/>
            </a:xfrm>
            <a:prstGeom prst="line">
              <a:avLst/>
            </a:prstGeom>
            <a:ln w="12700">
              <a:solidFill>
                <a:srgbClr val="FF45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0D8D7C0-5CD9-4B25-F111-0568595E3DE2}"/>
                    </a:ext>
                  </a:extLst>
                </p:cNvPr>
                <p:cNvSpPr txBox="1"/>
                <p:nvPr/>
              </p:nvSpPr>
              <p:spPr>
                <a:xfrm>
                  <a:off x="2294086" y="4776705"/>
                  <a:ext cx="380617" cy="769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GB" sz="500" i="1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=0.6</m:t>
                        </m:r>
                      </m:oMath>
                    </m:oMathPara>
                  </a14:m>
                  <a:endParaRPr lang="en-GB" sz="500" dirty="0"/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0D8D7C0-5CD9-4B25-F111-0568595E3D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4086" y="4776705"/>
                  <a:ext cx="380617" cy="76944"/>
                </a:xfrm>
                <a:prstGeom prst="rect">
                  <a:avLst/>
                </a:prstGeom>
                <a:blipFill>
                  <a:blip r:embed="rId35"/>
                  <a:stretch>
                    <a:fillRect l="-3333" r="-3333" b="-1428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3507C8C-4791-01E7-7929-DB021CEAB2FC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99" y="4818707"/>
              <a:ext cx="72000" cy="0"/>
            </a:xfrm>
            <a:prstGeom prst="line">
              <a:avLst/>
            </a:prstGeom>
            <a:ln w="12700">
              <a:solidFill>
                <a:srgbClr val="FFD8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655C636-EF5E-1578-73B6-D802102BA182}"/>
                    </a:ext>
                  </a:extLst>
                </p:cNvPr>
                <p:cNvSpPr txBox="1"/>
                <p:nvPr/>
              </p:nvSpPr>
              <p:spPr>
                <a:xfrm>
                  <a:off x="2294086" y="4853649"/>
                  <a:ext cx="384080" cy="769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=4, 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=0.8</m:t>
                        </m:r>
                      </m:oMath>
                    </m:oMathPara>
                  </a14:m>
                  <a:endParaRPr lang="en-GB" sz="500" dirty="0"/>
                </a:p>
              </p:txBody>
            </p:sp>
          </mc:Choice>
          <mc:Fallback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655C636-EF5E-1578-73B6-D802102BA1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4086" y="4853649"/>
                  <a:ext cx="384080" cy="76944"/>
                </a:xfrm>
                <a:prstGeom prst="rect">
                  <a:avLst/>
                </a:prstGeom>
                <a:blipFill>
                  <a:blip r:embed="rId36"/>
                  <a:stretch>
                    <a:fillRect l="-6452" r="-3226" b="-1428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87F1A28-E25A-3444-E8D8-00AC99C189AA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99" y="4895651"/>
              <a:ext cx="72000" cy="0"/>
            </a:xfrm>
            <a:prstGeom prst="line">
              <a:avLst/>
            </a:prstGeom>
            <a:ln w="12700">
              <a:solidFill>
                <a:srgbClr val="33CD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7B78E6DE-B5A2-FA22-6B24-60FA8860E4F8}"/>
                    </a:ext>
                  </a:extLst>
                </p:cNvPr>
                <p:cNvSpPr txBox="1"/>
                <p:nvPr/>
              </p:nvSpPr>
              <p:spPr>
                <a:xfrm>
                  <a:off x="2294086" y="4930593"/>
                  <a:ext cx="384080" cy="769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=4, 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=1.0</m:t>
                        </m:r>
                      </m:oMath>
                    </m:oMathPara>
                  </a14:m>
                  <a:endParaRPr lang="en-GB" sz="500" dirty="0"/>
                </a:p>
              </p:txBody>
            </p:sp>
          </mc:Choice>
          <mc:Fallback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7B78E6DE-B5A2-FA22-6B24-60FA8860E4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4086" y="4930593"/>
                  <a:ext cx="384080" cy="76944"/>
                </a:xfrm>
                <a:prstGeom prst="rect">
                  <a:avLst/>
                </a:prstGeom>
                <a:blipFill>
                  <a:blip r:embed="rId37"/>
                  <a:stretch>
                    <a:fillRect l="-6452" r="-3226" b="-1428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B9BE6D8-B03D-EB7B-4385-993BC6BC2302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99" y="4972595"/>
              <a:ext cx="72000" cy="0"/>
            </a:xfrm>
            <a:prstGeom prst="line">
              <a:avLst/>
            </a:prstGeom>
            <a:ln w="12700">
              <a:solidFill>
                <a:srgbClr val="1C9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E5267283-0118-ADD1-E4C4-EAE217C4E27C}"/>
                    </a:ext>
                  </a:extLst>
                </p:cNvPr>
                <p:cNvSpPr txBox="1"/>
                <p:nvPr/>
              </p:nvSpPr>
              <p:spPr>
                <a:xfrm>
                  <a:off x="2294086" y="5007537"/>
                  <a:ext cx="384080" cy="769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=4, 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GB" sz="500" b="0" i="1" smtClean="0">
                            <a:latin typeface="Cambria Math" panose="02040503050406030204" pitchFamily="18" charset="0"/>
                          </a:rPr>
                          <m:t>=1.2</m:t>
                        </m:r>
                      </m:oMath>
                    </m:oMathPara>
                  </a14:m>
                  <a:endParaRPr lang="en-GB" sz="500" dirty="0"/>
                </a:p>
              </p:txBody>
            </p:sp>
          </mc:Choice>
          <mc:Fallback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E5267283-0118-ADD1-E4C4-EAE217C4E2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4086" y="5007537"/>
                  <a:ext cx="384080" cy="76944"/>
                </a:xfrm>
                <a:prstGeom prst="rect">
                  <a:avLst/>
                </a:prstGeom>
                <a:blipFill>
                  <a:blip r:embed="rId38"/>
                  <a:stretch>
                    <a:fillRect l="-6452" r="-3226" b="-1428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9234D77-3FAA-9827-DAAA-F9EAA2B7EA20}"/>
                </a:ext>
              </a:extLst>
            </p:cNvPr>
            <p:cNvCxnSpPr>
              <a:cxnSpLocks/>
            </p:cNvCxnSpPr>
            <p:nvPr/>
          </p:nvCxnSpPr>
          <p:spPr>
            <a:xfrm>
              <a:off x="2187699" y="5049539"/>
              <a:ext cx="72000" cy="0"/>
            </a:xfrm>
            <a:prstGeom prst="line">
              <a:avLst/>
            </a:prstGeom>
            <a:ln w="12700">
              <a:solidFill>
                <a:srgbClr val="9931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27177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6050</TotalTime>
  <Words>130</Words>
  <Application>Microsoft Macintosh PowerPoint</Application>
  <PresentationFormat>Widescreen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KAYE, ALEX (PGR)</dc:creator>
  <cp:lastModifiedBy>Kaye, Alex</cp:lastModifiedBy>
  <cp:revision>51</cp:revision>
  <dcterms:created xsi:type="dcterms:W3CDTF">2023-09-11T15:55:28Z</dcterms:created>
  <dcterms:modified xsi:type="dcterms:W3CDTF">2026-02-03T11:33:44Z</dcterms:modified>
</cp:coreProperties>
</file>