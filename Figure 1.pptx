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9E76"/>
    <a:srgbClr val="2E86AB"/>
    <a:srgbClr val="D72727"/>
    <a:srgbClr val="1E77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C6F127-4B78-8240-AE2E-051FA25A2949}" v="2" dt="2025-10-10T09:08:36.337"/>
    <p1510:client id="{57788B9D-A94D-FD43-A2D1-13C0812CF3D7}" v="1" dt="2025-10-09T15:44:22.127"/>
    <p1510:client id="{8869CB7C-74C5-EE45-AF7E-D61D9316F58F}" v="42" dt="2025-10-10T08:59:46.274"/>
    <p1510:client id="{DC8C2CC5-D49B-3942-8321-F1E396D5AC83}" v="7" dt="2025-10-10T09:05:27.5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37"/>
    <p:restoredTop sz="94658"/>
  </p:normalViewPr>
  <p:slideViewPr>
    <p:cSldViewPr snapToGrid="0">
      <p:cViewPr>
        <p:scale>
          <a:sx n="196" d="100"/>
          <a:sy n="196" d="100"/>
        </p:scale>
        <p:origin x="144" y="-2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ye, Alex" userId="8983bf48-a9db-4644-8e0f-9ce59a9cb41f" providerId="ADAL" clId="{99F37294-9DC0-590B-AC7C-C3C1D6566DF0}"/>
    <pc:docChg chg="undo redo custSel modSld">
      <pc:chgData name="Kaye, Alex" userId="8983bf48-a9db-4644-8e0f-9ce59a9cb41f" providerId="ADAL" clId="{99F37294-9DC0-590B-AC7C-C3C1D6566DF0}" dt="2025-10-10T09:09:16.144" v="352" actId="20577"/>
      <pc:docMkLst>
        <pc:docMk/>
      </pc:docMkLst>
      <pc:sldChg chg="addSp delSp modSp mod">
        <pc:chgData name="Kaye, Alex" userId="8983bf48-a9db-4644-8e0f-9ce59a9cb41f" providerId="ADAL" clId="{99F37294-9DC0-590B-AC7C-C3C1D6566DF0}" dt="2025-10-10T09:09:16.144" v="352" actId="20577"/>
        <pc:sldMkLst>
          <pc:docMk/>
          <pc:sldMk cId="727177500" sldId="256"/>
        </pc:sldMkLst>
        <pc:spChg chg="add del mod topLvl">
          <ac:chgData name="Kaye, Alex" userId="8983bf48-a9db-4644-8e0f-9ce59a9cb41f" providerId="ADAL" clId="{99F37294-9DC0-590B-AC7C-C3C1D6566DF0}" dt="2025-10-10T09:08:07.464" v="346" actId="478"/>
          <ac:spMkLst>
            <pc:docMk/>
            <pc:sldMk cId="727177500" sldId="256"/>
            <ac:spMk id="3" creationId="{9BF73AB5-F31C-3EE4-1ABF-38EB568EC0E5}"/>
          </ac:spMkLst>
        </pc:spChg>
        <pc:spChg chg="add del mod topLvl">
          <ac:chgData name="Kaye, Alex" userId="8983bf48-a9db-4644-8e0f-9ce59a9cb41f" providerId="ADAL" clId="{99F37294-9DC0-590B-AC7C-C3C1D6566DF0}" dt="2025-10-10T09:08:07.464" v="346" actId="478"/>
          <ac:spMkLst>
            <pc:docMk/>
            <pc:sldMk cId="727177500" sldId="256"/>
            <ac:spMk id="5" creationId="{44AC8629-9B31-5606-303E-33DB5226F538}"/>
          </ac:spMkLst>
        </pc:spChg>
        <pc:spChg chg="add del mod topLvl">
          <ac:chgData name="Kaye, Alex" userId="8983bf48-a9db-4644-8e0f-9ce59a9cb41f" providerId="ADAL" clId="{99F37294-9DC0-590B-AC7C-C3C1D6566DF0}" dt="2025-10-10T09:08:05.629" v="345" actId="478"/>
          <ac:spMkLst>
            <pc:docMk/>
            <pc:sldMk cId="727177500" sldId="256"/>
            <ac:spMk id="7" creationId="{196FB335-A189-78EB-3BD7-8FD0D6B436A4}"/>
          </ac:spMkLst>
        </pc:spChg>
        <pc:spChg chg="mod topLvl">
          <ac:chgData name="Kaye, Alex" userId="8983bf48-a9db-4644-8e0f-9ce59a9cb41f" providerId="ADAL" clId="{99F37294-9DC0-590B-AC7C-C3C1D6566DF0}" dt="2025-10-10T08:56:12.701" v="276" actId="165"/>
          <ac:spMkLst>
            <pc:docMk/>
            <pc:sldMk cId="727177500" sldId="256"/>
            <ac:spMk id="9" creationId="{10198727-5510-311B-9278-AFA46A292371}"/>
          </ac:spMkLst>
        </pc:spChg>
        <pc:spChg chg="add mod topLvl">
          <ac:chgData name="Kaye, Alex" userId="8983bf48-a9db-4644-8e0f-9ce59a9cb41f" providerId="ADAL" clId="{99F37294-9DC0-590B-AC7C-C3C1D6566DF0}" dt="2025-10-10T09:09:16.144" v="352" actId="20577"/>
          <ac:spMkLst>
            <pc:docMk/>
            <pc:sldMk cId="727177500" sldId="256"/>
            <ac:spMk id="12" creationId="{55CD1A5B-D669-4A97-8C68-0D688E1B33BC}"/>
          </ac:spMkLst>
        </pc:spChg>
        <pc:spChg chg="add del mod">
          <ac:chgData name="Kaye, Alex" userId="8983bf48-a9db-4644-8e0f-9ce59a9cb41f" providerId="ADAL" clId="{99F37294-9DC0-590B-AC7C-C3C1D6566DF0}" dt="2025-10-10T09:08:05.629" v="345" actId="478"/>
          <ac:spMkLst>
            <pc:docMk/>
            <pc:sldMk cId="727177500" sldId="256"/>
            <ac:spMk id="14" creationId="{03990A61-67C3-C4E6-584A-D4C00169764A}"/>
          </ac:spMkLst>
        </pc:spChg>
        <pc:spChg chg="del mod">
          <ac:chgData name="Kaye, Alex" userId="8983bf48-a9db-4644-8e0f-9ce59a9cb41f" providerId="ADAL" clId="{99F37294-9DC0-590B-AC7C-C3C1D6566DF0}" dt="2025-10-09T16:39:19.629" v="153" actId="478"/>
          <ac:spMkLst>
            <pc:docMk/>
            <pc:sldMk cId="727177500" sldId="256"/>
            <ac:spMk id="15" creationId="{8889F7E0-0035-1DD1-FB7D-EB946F1B3C77}"/>
          </ac:spMkLst>
        </pc:spChg>
        <pc:spChg chg="del mod">
          <ac:chgData name="Kaye, Alex" userId="8983bf48-a9db-4644-8e0f-9ce59a9cb41f" providerId="ADAL" clId="{99F37294-9DC0-590B-AC7C-C3C1D6566DF0}" dt="2025-10-09T16:39:22.143" v="154" actId="478"/>
          <ac:spMkLst>
            <pc:docMk/>
            <pc:sldMk cId="727177500" sldId="256"/>
            <ac:spMk id="16" creationId="{620635BE-A54A-88B6-A213-5BB8F307184F}"/>
          </ac:spMkLst>
        </pc:spChg>
        <pc:spChg chg="del mod">
          <ac:chgData name="Kaye, Alex" userId="8983bf48-a9db-4644-8e0f-9ce59a9cb41f" providerId="ADAL" clId="{99F37294-9DC0-590B-AC7C-C3C1D6566DF0}" dt="2025-10-09T16:39:22.143" v="154" actId="478"/>
          <ac:spMkLst>
            <pc:docMk/>
            <pc:sldMk cId="727177500" sldId="256"/>
            <ac:spMk id="17" creationId="{DD538B4C-02EB-E92D-38EC-A917002A6669}"/>
          </ac:spMkLst>
        </pc:spChg>
        <pc:spChg chg="add del mod topLvl">
          <ac:chgData name="Kaye, Alex" userId="8983bf48-a9db-4644-8e0f-9ce59a9cb41f" providerId="ADAL" clId="{99F37294-9DC0-590B-AC7C-C3C1D6566DF0}" dt="2025-10-10T09:08:05.629" v="345" actId="478"/>
          <ac:spMkLst>
            <pc:docMk/>
            <pc:sldMk cId="727177500" sldId="256"/>
            <ac:spMk id="19" creationId="{B091473A-A9AC-57C4-5CD9-629D39B97825}"/>
          </ac:spMkLst>
        </pc:spChg>
        <pc:grpChg chg="add mod">
          <ac:chgData name="Kaye, Alex" userId="8983bf48-a9db-4644-8e0f-9ce59a9cb41f" providerId="ADAL" clId="{99F37294-9DC0-590B-AC7C-C3C1D6566DF0}" dt="2025-10-10T08:56:01.709" v="275" actId="14100"/>
          <ac:grpSpMkLst>
            <pc:docMk/>
            <pc:sldMk cId="727177500" sldId="256"/>
            <ac:grpSpMk id="8" creationId="{C3DBE9C0-770C-F407-49C9-47DA3D4F0B59}"/>
          </ac:grpSpMkLst>
        </pc:grpChg>
        <pc:picChg chg="add del mod topLvl">
          <ac:chgData name="Kaye, Alex" userId="8983bf48-a9db-4644-8e0f-9ce59a9cb41f" providerId="ADAL" clId="{99F37294-9DC0-590B-AC7C-C3C1D6566DF0}" dt="2025-10-10T09:08:07.464" v="346" actId="478"/>
          <ac:picMkLst>
            <pc:docMk/>
            <pc:sldMk cId="727177500" sldId="256"/>
            <ac:picMk id="2" creationId="{26E1CC3A-F5DD-FB73-650F-0A9F42F7A2E9}"/>
          </ac:picMkLst>
        </pc:picChg>
        <pc:picChg chg="add mod">
          <ac:chgData name="Kaye, Alex" userId="8983bf48-a9db-4644-8e0f-9ce59a9cb41f" providerId="ADAL" clId="{99F37294-9DC0-590B-AC7C-C3C1D6566DF0}" dt="2025-10-09T16:38:16.493" v="112" actId="931"/>
          <ac:picMkLst>
            <pc:docMk/>
            <pc:sldMk cId="727177500" sldId="256"/>
            <ac:picMk id="3" creationId="{8F1EC2E8-2D3A-8D14-0FAA-2F375118F1CF}"/>
          </ac:picMkLst>
        </pc:picChg>
        <pc:picChg chg="add del mod">
          <ac:chgData name="Kaye, Alex" userId="8983bf48-a9db-4644-8e0f-9ce59a9cb41f" providerId="ADAL" clId="{99F37294-9DC0-590B-AC7C-C3C1D6566DF0}" dt="2025-10-10T09:08:07.464" v="346" actId="478"/>
          <ac:picMkLst>
            <pc:docMk/>
            <pc:sldMk cId="727177500" sldId="256"/>
            <ac:picMk id="4" creationId="{E8F28E93-3D49-43A5-8251-3F5F81385CEE}"/>
          </ac:picMkLst>
        </pc:picChg>
        <pc:picChg chg="del mod">
          <ac:chgData name="Kaye, Alex" userId="8983bf48-a9db-4644-8e0f-9ce59a9cb41f" providerId="ADAL" clId="{99F37294-9DC0-590B-AC7C-C3C1D6566DF0}" dt="2025-10-09T16:35:12.539" v="107" actId="478"/>
          <ac:picMkLst>
            <pc:docMk/>
            <pc:sldMk cId="727177500" sldId="256"/>
            <ac:picMk id="5" creationId="{536E9965-903A-7BF5-04CA-E3B9C6B349E2}"/>
          </ac:picMkLst>
        </pc:picChg>
        <pc:picChg chg="add del mod">
          <ac:chgData name="Kaye, Alex" userId="8983bf48-a9db-4644-8e0f-9ce59a9cb41f" providerId="ADAL" clId="{99F37294-9DC0-590B-AC7C-C3C1D6566DF0}" dt="2025-10-10T09:08:05.629" v="345" actId="478"/>
          <ac:picMkLst>
            <pc:docMk/>
            <pc:sldMk cId="727177500" sldId="256"/>
            <ac:picMk id="6" creationId="{943EBDC3-4727-D3D4-2F64-A259AFF5005A}"/>
          </ac:picMkLst>
        </pc:picChg>
        <pc:picChg chg="add del mod">
          <ac:chgData name="Kaye, Alex" userId="8983bf48-a9db-4644-8e0f-9ce59a9cb41f" providerId="ADAL" clId="{99F37294-9DC0-590B-AC7C-C3C1D6566DF0}" dt="2025-10-09T16:38:27.738" v="116" actId="478"/>
          <ac:picMkLst>
            <pc:docMk/>
            <pc:sldMk cId="727177500" sldId="256"/>
            <ac:picMk id="6" creationId="{BD1390EF-7992-0024-15B5-8F475C2A28F7}"/>
          </ac:picMkLst>
        </pc:picChg>
        <pc:picChg chg="del">
          <ac:chgData name="Kaye, Alex" userId="8983bf48-a9db-4644-8e0f-9ce59a9cb41f" providerId="ADAL" clId="{99F37294-9DC0-590B-AC7C-C3C1D6566DF0}" dt="2025-10-09T16:39:16.996" v="152" actId="478"/>
          <ac:picMkLst>
            <pc:docMk/>
            <pc:sldMk cId="727177500" sldId="256"/>
            <ac:picMk id="8" creationId="{9A1A7B5B-717E-8FB2-0399-D2834C164B6C}"/>
          </ac:picMkLst>
        </pc:picChg>
        <pc:picChg chg="add mod topLvl">
          <ac:chgData name="Kaye, Alex" userId="8983bf48-a9db-4644-8e0f-9ce59a9cb41f" providerId="ADAL" clId="{99F37294-9DC0-590B-AC7C-C3C1D6566DF0}" dt="2025-10-10T09:08:24.226" v="347" actId="14826"/>
          <ac:picMkLst>
            <pc:docMk/>
            <pc:sldMk cId="727177500" sldId="256"/>
            <ac:picMk id="10" creationId="{092E1BE9-ED39-C639-59F1-29738E98BC6C}"/>
          </ac:picMkLst>
        </pc:picChg>
        <pc:picChg chg="add mod topLvl">
          <ac:chgData name="Kaye, Alex" userId="8983bf48-a9db-4644-8e0f-9ce59a9cb41f" providerId="ADAL" clId="{99F37294-9DC0-590B-AC7C-C3C1D6566DF0}" dt="2025-10-10T09:08:53.424" v="350" actId="1076"/>
          <ac:picMkLst>
            <pc:docMk/>
            <pc:sldMk cId="727177500" sldId="256"/>
            <ac:picMk id="11" creationId="{35847F83-C7B1-2591-414F-4EB8F905C9BB}"/>
          </ac:picMkLst>
        </pc:picChg>
        <pc:picChg chg="del">
          <ac:chgData name="Kaye, Alex" userId="8983bf48-a9db-4644-8e0f-9ce59a9cb41f" providerId="ADAL" clId="{99F37294-9DC0-590B-AC7C-C3C1D6566DF0}" dt="2025-10-09T16:39:22.143" v="154" actId="478"/>
          <ac:picMkLst>
            <pc:docMk/>
            <pc:sldMk cId="727177500" sldId="256"/>
            <ac:picMk id="13" creationId="{764300D7-7C5D-0601-7725-2F262E3F9078}"/>
          </ac:picMkLst>
        </pc:picChg>
        <pc:picChg chg="add del mod">
          <ac:chgData name="Kaye, Alex" userId="8983bf48-a9db-4644-8e0f-9ce59a9cb41f" providerId="ADAL" clId="{99F37294-9DC0-590B-AC7C-C3C1D6566DF0}" dt="2025-10-10T09:08:05.629" v="345" actId="478"/>
          <ac:picMkLst>
            <pc:docMk/>
            <pc:sldMk cId="727177500" sldId="256"/>
            <ac:picMk id="13" creationId="{CA675437-CF90-930C-A8B9-1E29829C5EA6}"/>
          </ac:picMkLst>
        </pc:picChg>
        <pc:picChg chg="del">
          <ac:chgData name="Kaye, Alex" userId="8983bf48-a9db-4644-8e0f-9ce59a9cb41f" providerId="ADAL" clId="{99F37294-9DC0-590B-AC7C-C3C1D6566DF0}" dt="2025-10-09T16:39:22.143" v="154" actId="478"/>
          <ac:picMkLst>
            <pc:docMk/>
            <pc:sldMk cId="727177500" sldId="256"/>
            <ac:picMk id="14" creationId="{2BC0B595-9A06-651E-515E-25D7D53103FD}"/>
          </ac:picMkLst>
        </pc:picChg>
        <pc:picChg chg="add del mod topLvl">
          <ac:chgData name="Kaye, Alex" userId="8983bf48-a9db-4644-8e0f-9ce59a9cb41f" providerId="ADAL" clId="{99F37294-9DC0-590B-AC7C-C3C1D6566DF0}" dt="2025-10-10T09:08:05.629" v="345" actId="478"/>
          <ac:picMkLst>
            <pc:docMk/>
            <pc:sldMk cId="727177500" sldId="256"/>
            <ac:picMk id="18" creationId="{D637DBD8-9DA6-9FAD-08BD-40BB0E922B7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4FB7A-6224-8F47-83FA-7D1C332BED81}" type="datetimeFigureOut">
              <a:rPr lang="en-US" smtClean="0"/>
              <a:t>2/27/26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31340C-0B69-CD44-9AFF-5C2DB56BE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2416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31340C-0B69-CD44-9AFF-5C2DB56BE82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3560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DD4E9-67E9-C56A-ED5C-9606EFB7E1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C42E40-FE93-0EB5-F12C-6418A4B6C7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826430-EF09-0D09-B56F-7C6A649AD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B4407-CA21-FB4D-B5B6-9B5F2752B8A3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EF7047-0B98-B713-03AC-164D95F58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C5BF2A-D8BF-2571-C830-AF9A9C5B2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F0ECF-AD35-294D-BDC7-A5D232D3F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677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7284F-AF69-1D6E-D40C-599E1E481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8F26F4-52CC-38BF-ACC6-7C3B2644DE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89D3CA-5C0C-7052-E061-8F9B29450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B4407-CA21-FB4D-B5B6-9B5F2752B8A3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490F48-6975-8DD3-3BDF-785AFF64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1CA5D3-8477-C628-3199-630CEFE38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F0ECF-AD35-294D-BDC7-A5D232D3F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147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54B6C-CB69-3C7A-548C-BF6A1D3E2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A8D5D4-EEF0-BCEF-0092-52E09926C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521631-D709-9C70-C6A6-AC3EE6DD5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B4407-CA21-FB4D-B5B6-9B5F2752B8A3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0F97FC-FAF4-D33C-1B14-61AFD48F5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A8C5CD-57C0-DDAE-0DFC-3FF8088F8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F0ECF-AD35-294D-BDC7-A5D232D3F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1884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D7690-9A2D-7000-54DF-C6A31E4B5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027CE-A70D-F4B7-B8FB-FB20FCC50D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C0CA15-E18E-76A9-CBD1-B451EA93D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0A8DE2-BB9B-6DB1-E5B5-BCC415036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B4407-CA21-FB4D-B5B6-9B5F2752B8A3}" type="datetimeFigureOut">
              <a:rPr lang="en-US" smtClean="0"/>
              <a:t>2/27/26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5A19B7-0D98-9155-767F-156E89685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5DDEA9-494F-28D0-3095-A17148756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F0ECF-AD35-294D-BDC7-A5D232D3F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016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CB943-B675-1EFC-EFBA-35310754C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506028-8217-53AF-6331-0AD404E9B8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C30B99-3C8A-3FC3-2D7E-CD2F82CAB7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16A85B-CF1B-6EF0-FAD4-855693030F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447F6C-5E1B-E1A8-400E-5A03A123F9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291BA8-4ECE-3E01-0D5A-E72E40987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B4407-CA21-FB4D-B5B6-9B5F2752B8A3}" type="datetimeFigureOut">
              <a:rPr lang="en-US" smtClean="0"/>
              <a:t>2/27/26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C0017A-BF63-E026-73C1-DEA728480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BBC8E7-9223-B459-F0F5-3C4E55A8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F0ECF-AD35-294D-BDC7-A5D232D3F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113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EA2E5-7F94-4D70-12AA-1D372FC88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AFD47-3791-5CD3-16B0-FEB2DF96F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B4407-CA21-FB4D-B5B6-9B5F2752B8A3}" type="datetimeFigureOut">
              <a:rPr lang="en-US" smtClean="0"/>
              <a:t>2/27/26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9F81F3-249A-024A-8978-A86904E08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051258-351F-EFC9-1C0E-E4246F1BE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F0ECF-AD35-294D-BDC7-A5D232D3F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087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92E917-B853-0C2B-08E2-B3D411D0F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B4407-CA21-FB4D-B5B6-9B5F2752B8A3}" type="datetimeFigureOut">
              <a:rPr lang="en-US" smtClean="0"/>
              <a:t>2/27/26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BFFB4E-5EFE-F8CC-5A02-BC67EAC1E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0A9C65-4D14-F313-3ABC-EB2C51EB5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F0ECF-AD35-294D-BDC7-A5D232D3F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947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E4DAA-3D11-F0ED-63C4-8C2EA561F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1789E3-B0A1-C873-3560-D27A082AB0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AEAE53-4DB2-E568-F4BE-6229F22E8D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5F3BCA-CD8D-EAB8-5C62-157FF165F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B4407-CA21-FB4D-B5B6-9B5F2752B8A3}" type="datetimeFigureOut">
              <a:rPr lang="en-US" smtClean="0"/>
              <a:t>2/27/26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BE200E-3C1A-8183-504B-2823EE702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D9DE6E-0DC5-331A-02AC-CA351632D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F0ECF-AD35-294D-BDC7-A5D232D3F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438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6A09A-8A69-7B41-5511-F879B2A1D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DB0EED-43DC-E492-0447-C659BFC9F1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D8B876-859F-0770-30B1-9990DA0B28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8B2B8D-FB80-ECEA-7EF2-B0946FC72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B4407-CA21-FB4D-B5B6-9B5F2752B8A3}" type="datetimeFigureOut">
              <a:rPr lang="en-US" smtClean="0"/>
              <a:t>2/27/26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FBBB41-0F5B-B500-2EF6-347E42389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38FE98-C769-C9B0-50C4-7EEF63C3F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F0ECF-AD35-294D-BDC7-A5D232D3F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726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728C9-E92C-31C3-AD9A-D5D06216D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451D28-07BD-4965-98F1-6696E8C140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601938-4FC9-2356-6B7B-E80D658B4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B4407-CA21-FB4D-B5B6-9B5F2752B8A3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18625B-9AF9-E37F-7E8F-9FB999B00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EE33CE-E820-049C-1900-76985A1A1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F0ECF-AD35-294D-BDC7-A5D232D3F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403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748E54-6CF1-F3DD-1310-F2BABB1126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6B7314-DB62-7C39-579A-AFC5E58DD3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4177D5-DB4D-F138-835B-D7CF5E141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B4407-CA21-FB4D-B5B6-9B5F2752B8A3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16CE78-B97A-9523-EB9D-EC247AFE6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E16238-806E-7134-69B2-864FFC047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F0ECF-AD35-294D-BDC7-A5D232D3F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422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7A326C-21E5-C2FC-57B1-283AFD18A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2809DA-EF8B-77B8-FF67-A5DC5EAF2E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CE06C-9C0F-69A1-5CE6-865053219A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6B4407-CA21-FB4D-B5B6-9B5F2752B8A3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024943-A58D-FA50-B7A5-D5F0C8745F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D6963-A579-1835-9908-3631874F72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EF0ECF-AD35-294D-BDC7-A5D232D3F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410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emf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11" Type="http://schemas.openxmlformats.org/officeDocument/2006/relationships/image" Target="../media/image9.png"/><Relationship Id="rId5" Type="http://schemas.openxmlformats.org/officeDocument/2006/relationships/image" Target="../media/image3.emf"/><Relationship Id="rId10" Type="http://schemas.openxmlformats.org/officeDocument/2006/relationships/image" Target="../media/image8.png"/><Relationship Id="rId4" Type="http://schemas.openxmlformats.org/officeDocument/2006/relationships/image" Target="../media/image2.emf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diagram of a graph&#10;&#10;AI-generated content may be incorrect.">
            <a:extLst>
              <a:ext uri="{FF2B5EF4-FFF2-40B4-BE49-F238E27FC236}">
                <a16:creationId xmlns:a16="http://schemas.microsoft.com/office/drawing/2014/main" id="{46FB1587-81B7-18E5-EEB5-F62DDABF129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238" t="21354" r="31428" b="8042"/>
          <a:stretch>
            <a:fillRect/>
          </a:stretch>
        </p:blipFill>
        <p:spPr>
          <a:xfrm>
            <a:off x="428486" y="184575"/>
            <a:ext cx="3445838" cy="304230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926CE50-F872-0F17-372C-1FA20DCF806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951162" y="184575"/>
            <a:ext cx="3042303" cy="304230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B53DDFB-CDE5-5D4B-D76B-7388FBE4868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50907" y="3360420"/>
            <a:ext cx="2179320" cy="21793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DC8E804-2145-845B-473E-B1CEBA51486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468327" y="3360420"/>
            <a:ext cx="2179320" cy="21793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5951DDD-8692-162E-B2BA-FDBD2D6F4DE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685747" y="3360420"/>
            <a:ext cx="2179320" cy="21793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8B6064F-0397-444E-DA61-033E7FC72659}"/>
                  </a:ext>
                </a:extLst>
              </p:cNvPr>
              <p:cNvSpPr txBox="1"/>
              <p:nvPr/>
            </p:nvSpPr>
            <p:spPr>
              <a:xfrm rot="20697922">
                <a:off x="1515734" y="2569920"/>
                <a:ext cx="245965" cy="769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500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GB" sz="500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GB" sz="500" dirty="0"/>
                  <a:t> (C)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8B6064F-0397-444E-DA61-033E7FC726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697922">
                <a:off x="1515734" y="2569920"/>
                <a:ext cx="245965" cy="76944"/>
              </a:xfrm>
              <a:prstGeom prst="rect">
                <a:avLst/>
              </a:prstGeom>
              <a:blipFill>
                <a:blip r:embed="rId8"/>
                <a:stretch>
                  <a:fillRect l="-4545" t="-15385" r="-18182" b="-1538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D8A8C4C-4746-9A48-D8CA-77B6BF98F291}"/>
                  </a:ext>
                </a:extLst>
              </p:cNvPr>
              <p:cNvSpPr txBox="1"/>
              <p:nvPr/>
            </p:nvSpPr>
            <p:spPr>
              <a:xfrm rot="20773604">
                <a:off x="1310269" y="2488421"/>
                <a:ext cx="252377" cy="769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500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GB" sz="5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GB" sz="500" b="0" i="0" smtClean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GB" sz="500" dirty="0"/>
                  <a:t> (D)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D8A8C4C-4746-9A48-D8CA-77B6BF98F2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773604">
                <a:off x="1310269" y="2488421"/>
                <a:ext cx="252377" cy="76944"/>
              </a:xfrm>
              <a:prstGeom prst="rect">
                <a:avLst/>
              </a:prstGeom>
              <a:blipFill>
                <a:blip r:embed="rId9"/>
                <a:stretch>
                  <a:fillRect l="-9091" t="-16667" r="-18182" b="-1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5E528EE-2121-D096-30C1-C18B85499BEF}"/>
                  </a:ext>
                </a:extLst>
              </p:cNvPr>
              <p:cNvSpPr txBox="1"/>
              <p:nvPr/>
            </p:nvSpPr>
            <p:spPr>
              <a:xfrm rot="20864571">
                <a:off x="1126951" y="2418571"/>
                <a:ext cx="244362" cy="769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500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GB" sz="5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GB" sz="500" b="0" i="0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GB" sz="500" dirty="0"/>
                  <a:t> (E)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5E528EE-2121-D096-30C1-C18B85499B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864571">
                <a:off x="1126951" y="2418571"/>
                <a:ext cx="244362" cy="76944"/>
              </a:xfrm>
              <a:prstGeom prst="rect">
                <a:avLst/>
              </a:prstGeom>
              <a:blipFill>
                <a:blip r:embed="rId10"/>
                <a:stretch>
                  <a:fillRect l="-4545" t="-18182" r="-13636" b="-2727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A1AF944A-416B-29FE-3C54-67871858C313}"/>
              </a:ext>
            </a:extLst>
          </p:cNvPr>
          <p:cNvSpPr txBox="1"/>
          <p:nvPr/>
        </p:nvSpPr>
        <p:spPr>
          <a:xfrm>
            <a:off x="174069" y="144818"/>
            <a:ext cx="3270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A</a:t>
            </a:r>
            <a:endParaRPr 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AB546A-0551-AEF2-18B2-C583F51CA9C3}"/>
              </a:ext>
            </a:extLst>
          </p:cNvPr>
          <p:cNvSpPr txBox="1"/>
          <p:nvPr/>
        </p:nvSpPr>
        <p:spPr>
          <a:xfrm>
            <a:off x="3874324" y="144817"/>
            <a:ext cx="3270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B</a:t>
            </a:r>
            <a:endParaRPr lang="en-US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D63651-C269-2A49-AA55-B29D8418D6E2}"/>
              </a:ext>
            </a:extLst>
          </p:cNvPr>
          <p:cNvSpPr txBox="1"/>
          <p:nvPr/>
        </p:nvSpPr>
        <p:spPr>
          <a:xfrm>
            <a:off x="174069" y="3305889"/>
            <a:ext cx="3270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</a:t>
            </a:r>
            <a:endParaRPr lang="en-US" sz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42891D-590F-2EF3-EC0E-4A84907B7192}"/>
              </a:ext>
            </a:extLst>
          </p:cNvPr>
          <p:cNvSpPr txBox="1"/>
          <p:nvPr/>
        </p:nvSpPr>
        <p:spPr>
          <a:xfrm>
            <a:off x="2390923" y="3305889"/>
            <a:ext cx="3270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D</a:t>
            </a:r>
            <a:endParaRPr 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1A19C40-E4E4-8129-DAD3-7ACD82EE51F0}"/>
              </a:ext>
            </a:extLst>
          </p:cNvPr>
          <p:cNvSpPr txBox="1"/>
          <p:nvPr/>
        </p:nvSpPr>
        <p:spPr>
          <a:xfrm>
            <a:off x="4607777" y="3305889"/>
            <a:ext cx="3270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E</a:t>
            </a:r>
            <a:endParaRPr lang="en-US" sz="12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927C0BE-98D6-E848-4649-24A6878DFCF8}"/>
              </a:ext>
            </a:extLst>
          </p:cNvPr>
          <p:cNvSpPr/>
          <p:nvPr/>
        </p:nvSpPr>
        <p:spPr>
          <a:xfrm>
            <a:off x="3678746" y="200433"/>
            <a:ext cx="137424" cy="22712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DE073B-304D-73B8-EBD6-B20533C16690}"/>
              </a:ext>
            </a:extLst>
          </p:cNvPr>
          <p:cNvSpPr/>
          <p:nvPr/>
        </p:nvSpPr>
        <p:spPr>
          <a:xfrm rot="8508497">
            <a:off x="3432280" y="2342818"/>
            <a:ext cx="117680" cy="787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A74BB51-5569-2A65-83DC-753E5B666733}"/>
              </a:ext>
            </a:extLst>
          </p:cNvPr>
          <p:cNvSpPr/>
          <p:nvPr/>
        </p:nvSpPr>
        <p:spPr>
          <a:xfrm rot="5995860">
            <a:off x="3598624" y="2295853"/>
            <a:ext cx="51730" cy="2021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0" name="Picture 19" descr="A diagram of a graph&#10;&#10;AI-generated content may be incorrect.">
            <a:extLst>
              <a:ext uri="{FF2B5EF4-FFF2-40B4-BE49-F238E27FC236}">
                <a16:creationId xmlns:a16="http://schemas.microsoft.com/office/drawing/2014/main" id="{889EEA5B-4FB6-CC0E-E53D-39F0520BB88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916" t="41866" r="75799" b="43135"/>
          <a:stretch>
            <a:fillRect/>
          </a:stretch>
        </p:blipFill>
        <p:spPr>
          <a:xfrm rot="10800000">
            <a:off x="250907" y="1061709"/>
            <a:ext cx="177578" cy="646289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F6E3FE5A-3FFF-E543-A113-F81A35F0B5B2}"/>
              </a:ext>
            </a:extLst>
          </p:cNvPr>
          <p:cNvGrpSpPr/>
          <p:nvPr/>
        </p:nvGrpSpPr>
        <p:grpSpPr>
          <a:xfrm>
            <a:off x="3002844" y="532977"/>
            <a:ext cx="687190" cy="348818"/>
            <a:chOff x="3002844" y="532977"/>
            <a:chExt cx="687190" cy="348818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09D3542D-E6CB-5D7A-F2F4-94817B4FB16D}"/>
                </a:ext>
              </a:extLst>
            </p:cNvPr>
            <p:cNvSpPr/>
            <p:nvPr/>
          </p:nvSpPr>
          <p:spPr>
            <a:xfrm>
              <a:off x="3059289" y="598310"/>
              <a:ext cx="54000" cy="54000"/>
            </a:xfrm>
            <a:prstGeom prst="ellipse">
              <a:avLst/>
            </a:prstGeom>
            <a:solidFill>
              <a:srgbClr val="1E77B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7603FA80-69DE-3A60-F42C-8A31CF3FB103}"/>
                </a:ext>
              </a:extLst>
            </p:cNvPr>
            <p:cNvSpPr/>
            <p:nvPr/>
          </p:nvSpPr>
          <p:spPr>
            <a:xfrm>
              <a:off x="3059289" y="758852"/>
              <a:ext cx="54000" cy="54000"/>
            </a:xfrm>
            <a:prstGeom prst="ellipse">
              <a:avLst/>
            </a:prstGeom>
            <a:solidFill>
              <a:srgbClr val="D7272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D2AB2E9-12DE-4706-3954-08AD363784F9}"/>
                </a:ext>
              </a:extLst>
            </p:cNvPr>
            <p:cNvSpPr txBox="1"/>
            <p:nvPr/>
          </p:nvSpPr>
          <p:spPr>
            <a:xfrm>
              <a:off x="3052161" y="532977"/>
              <a:ext cx="63787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600" dirty="0">
                  <a:latin typeface="Arial" panose="020B0604020202020204" pitchFamily="34" charset="0"/>
                  <a:cs typeface="Arial" panose="020B0604020202020204" pitchFamily="34" charset="0"/>
                </a:rPr>
                <a:t>Stable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41F1BA5-31C5-ADE6-7B88-09AFAF7F5BCE}"/>
                </a:ext>
              </a:extLst>
            </p:cNvPr>
            <p:cNvSpPr txBox="1"/>
            <p:nvPr/>
          </p:nvSpPr>
          <p:spPr>
            <a:xfrm>
              <a:off x="3052161" y="697129"/>
              <a:ext cx="63787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600" dirty="0">
                  <a:latin typeface="Arial" panose="020B0604020202020204" pitchFamily="34" charset="0"/>
                  <a:cs typeface="Arial" panose="020B0604020202020204" pitchFamily="34" charset="0"/>
                </a:rPr>
                <a:t>Unstable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483C2D0A-8545-87AF-EEA2-9AF7A853C7F1}"/>
                </a:ext>
              </a:extLst>
            </p:cNvPr>
            <p:cNvSpPr/>
            <p:nvPr/>
          </p:nvSpPr>
          <p:spPr>
            <a:xfrm>
              <a:off x="3002844" y="532977"/>
              <a:ext cx="488276" cy="348818"/>
            </a:xfrm>
            <a:prstGeom prst="rect">
              <a:avLst/>
            </a:prstGeom>
            <a:no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F413943E-4A10-D377-DEBB-52602F2301A1}"/>
              </a:ext>
            </a:extLst>
          </p:cNvPr>
          <p:cNvGrpSpPr/>
          <p:nvPr/>
        </p:nvGrpSpPr>
        <p:grpSpPr>
          <a:xfrm>
            <a:off x="3101616" y="5520951"/>
            <a:ext cx="1216251" cy="503759"/>
            <a:chOff x="961465" y="3504270"/>
            <a:chExt cx="1216251" cy="503759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6B8FD220-243A-BE23-576A-3B1876AE099C}"/>
                </a:ext>
              </a:extLst>
            </p:cNvPr>
            <p:cNvSpPr/>
            <p:nvPr/>
          </p:nvSpPr>
          <p:spPr>
            <a:xfrm>
              <a:off x="1017620" y="3511108"/>
              <a:ext cx="1003945" cy="496921"/>
            </a:xfrm>
            <a:prstGeom prst="rect">
              <a:avLst/>
            </a:prstGeom>
            <a:solidFill>
              <a:schemeClr val="bg1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783AABB-2721-091E-5BBE-788C421F71DA}"/>
                </a:ext>
              </a:extLst>
            </p:cNvPr>
            <p:cNvCxnSpPr>
              <a:cxnSpLocks/>
            </p:cNvCxnSpPr>
            <p:nvPr/>
          </p:nvCxnSpPr>
          <p:spPr>
            <a:xfrm>
              <a:off x="1363853" y="3588363"/>
              <a:ext cx="130628" cy="0"/>
            </a:xfrm>
            <a:prstGeom prst="line">
              <a:avLst/>
            </a:prstGeom>
            <a:ln w="12700">
              <a:solidFill>
                <a:srgbClr val="2E86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49D6312B-0F7C-A0B6-6320-86E2773B00A1}"/>
                </a:ext>
              </a:extLst>
            </p:cNvPr>
            <p:cNvCxnSpPr>
              <a:cxnSpLocks/>
            </p:cNvCxnSpPr>
            <p:nvPr/>
          </p:nvCxnSpPr>
          <p:spPr>
            <a:xfrm>
              <a:off x="1363853" y="3676595"/>
              <a:ext cx="130628" cy="0"/>
            </a:xfrm>
            <a:prstGeom prst="line">
              <a:avLst/>
            </a:prstGeom>
            <a:ln w="12700">
              <a:solidFill>
                <a:srgbClr val="2E86AB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5FC082A-D75D-AB39-41DC-54FA8C890250}"/>
                </a:ext>
              </a:extLst>
            </p:cNvPr>
            <p:cNvSpPr txBox="1"/>
            <p:nvPr/>
          </p:nvSpPr>
          <p:spPr>
            <a:xfrm>
              <a:off x="1017620" y="3547840"/>
              <a:ext cx="472850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500" dirty="0">
                  <a:latin typeface="Arial" panose="020B0604020202020204" pitchFamily="34" charset="0"/>
                  <a:cs typeface="Arial" panose="020B0604020202020204" pitchFamily="34" charset="0"/>
                </a:rPr>
                <a:t>Analytic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79C704E4-54CD-8375-E758-2930C8D25F8E}"/>
                </a:ext>
              </a:extLst>
            </p:cNvPr>
            <p:cNvSpPr txBox="1"/>
            <p:nvPr/>
          </p:nvSpPr>
          <p:spPr>
            <a:xfrm>
              <a:off x="1436458" y="3504270"/>
              <a:ext cx="472850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500" dirty="0">
                  <a:latin typeface="Arial" panose="020B0604020202020204" pitchFamily="34" charset="0"/>
                  <a:cs typeface="Arial" panose="020B0604020202020204" pitchFamily="34" charset="0"/>
                </a:rPr>
                <a:t>Stable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4003603-191A-AF96-6552-38B045CB4523}"/>
                </a:ext>
              </a:extLst>
            </p:cNvPr>
            <p:cNvSpPr txBox="1"/>
            <p:nvPr/>
          </p:nvSpPr>
          <p:spPr>
            <a:xfrm>
              <a:off x="1436458" y="3594362"/>
              <a:ext cx="472850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500" dirty="0">
                  <a:latin typeface="Arial" panose="020B0604020202020204" pitchFamily="34" charset="0"/>
                  <a:cs typeface="Arial" panose="020B0604020202020204" pitchFamily="34" charset="0"/>
                </a:rPr>
                <a:t>Unstable</a:t>
              </a:r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8320E96-24E2-5FC7-2DDB-CA4BB1A9FA4D}"/>
                </a:ext>
              </a:extLst>
            </p:cNvPr>
            <p:cNvCxnSpPr>
              <a:cxnSpLocks/>
            </p:cNvCxnSpPr>
            <p:nvPr/>
          </p:nvCxnSpPr>
          <p:spPr>
            <a:xfrm>
              <a:off x="1363853" y="3822867"/>
              <a:ext cx="130628" cy="0"/>
            </a:xfrm>
            <a:prstGeom prst="line">
              <a:avLst/>
            </a:prstGeom>
            <a:ln w="12700">
              <a:solidFill>
                <a:srgbClr val="1B9E7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FEA02826-8D3B-F731-6E85-A16F9B41B063}"/>
                </a:ext>
              </a:extLst>
            </p:cNvPr>
            <p:cNvCxnSpPr>
              <a:cxnSpLocks/>
            </p:cNvCxnSpPr>
            <p:nvPr/>
          </p:nvCxnSpPr>
          <p:spPr>
            <a:xfrm>
              <a:off x="1363853" y="3911099"/>
              <a:ext cx="130628" cy="0"/>
            </a:xfrm>
            <a:prstGeom prst="line">
              <a:avLst/>
            </a:prstGeom>
            <a:ln w="12700">
              <a:solidFill>
                <a:srgbClr val="1B9E76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608944C1-5F15-69D3-4A59-C2CD1F26F25B}"/>
                </a:ext>
              </a:extLst>
            </p:cNvPr>
            <p:cNvSpPr txBox="1"/>
            <p:nvPr/>
          </p:nvSpPr>
          <p:spPr>
            <a:xfrm>
              <a:off x="961465" y="3782344"/>
              <a:ext cx="472849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500" dirty="0">
                  <a:latin typeface="Arial" panose="020B0604020202020204" pitchFamily="34" charset="0"/>
                  <a:cs typeface="Arial" panose="020B0604020202020204" pitchFamily="34" charset="0"/>
                </a:rPr>
                <a:t>Simulated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8421C8C-DDF4-C4F0-788B-06EED0C734A5}"/>
                </a:ext>
              </a:extLst>
            </p:cNvPr>
            <p:cNvSpPr txBox="1"/>
            <p:nvPr/>
          </p:nvSpPr>
          <p:spPr>
            <a:xfrm>
              <a:off x="1436458" y="3738774"/>
              <a:ext cx="741258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500" dirty="0">
                  <a:latin typeface="Arial" panose="020B0604020202020204" pitchFamily="34" charset="0"/>
                  <a:cs typeface="Arial" panose="020B0604020202020204" pitchFamily="34" charset="0"/>
                </a:rPr>
                <a:t>Increasing light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DF153FEB-5225-A34B-E47C-8ACC5E34BFB4}"/>
                </a:ext>
              </a:extLst>
            </p:cNvPr>
            <p:cNvSpPr txBox="1"/>
            <p:nvPr/>
          </p:nvSpPr>
          <p:spPr>
            <a:xfrm>
              <a:off x="1436457" y="3828866"/>
              <a:ext cx="708417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500" dirty="0">
                  <a:latin typeface="Arial" panose="020B0604020202020204" pitchFamily="34" charset="0"/>
                  <a:cs typeface="Arial" panose="020B0604020202020204" pitchFamily="34" charset="0"/>
                </a:rPr>
                <a:t>Decreasing light</a:t>
              </a:r>
            </a:p>
          </p:txBody>
        </p:sp>
      </p:grp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61E70A9-EABE-91EC-E058-3F36E811B5A6}"/>
              </a:ext>
            </a:extLst>
          </p:cNvPr>
          <p:cNvCxnSpPr>
            <a:cxnSpLocks/>
          </p:cNvCxnSpPr>
          <p:nvPr/>
        </p:nvCxnSpPr>
        <p:spPr>
          <a:xfrm>
            <a:off x="4294571" y="972642"/>
            <a:ext cx="2534400" cy="0"/>
          </a:xfrm>
          <a:prstGeom prst="line">
            <a:avLst/>
          </a:prstGeom>
          <a:ln w="15875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E8A616B-CEC1-E1EA-0CC0-8AC8C95146ED}"/>
              </a:ext>
            </a:extLst>
          </p:cNvPr>
          <p:cNvCxnSpPr>
            <a:cxnSpLocks/>
          </p:cNvCxnSpPr>
          <p:nvPr/>
        </p:nvCxnSpPr>
        <p:spPr>
          <a:xfrm>
            <a:off x="4294571" y="1602624"/>
            <a:ext cx="2534400" cy="0"/>
          </a:xfrm>
          <a:prstGeom prst="line">
            <a:avLst/>
          </a:prstGeom>
          <a:ln w="15875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406F9F5D-755C-E07E-A910-61D39AEAF97B}"/>
              </a:ext>
            </a:extLst>
          </p:cNvPr>
          <p:cNvCxnSpPr>
            <a:cxnSpLocks/>
          </p:cNvCxnSpPr>
          <p:nvPr/>
        </p:nvCxnSpPr>
        <p:spPr>
          <a:xfrm>
            <a:off x="4294571" y="2232179"/>
            <a:ext cx="2534400" cy="0"/>
          </a:xfrm>
          <a:prstGeom prst="line">
            <a:avLst/>
          </a:prstGeom>
          <a:ln w="15875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9B5A665-8C03-7EAE-7198-48B0FBF5A4CB}"/>
                  </a:ext>
                </a:extLst>
              </p:cNvPr>
              <p:cNvSpPr txBox="1"/>
              <p:nvPr/>
            </p:nvSpPr>
            <p:spPr>
              <a:xfrm>
                <a:off x="4317867" y="2122119"/>
                <a:ext cx="299890" cy="923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600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GB" sz="600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GB" sz="600" dirty="0"/>
                  <a:t> (C)</a:t>
                </a: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9B5A665-8C03-7EAE-7198-48B0FBF5A4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7867" y="2122119"/>
                <a:ext cx="299890" cy="92333"/>
              </a:xfrm>
              <a:prstGeom prst="rect">
                <a:avLst/>
              </a:prstGeom>
              <a:blipFill>
                <a:blip r:embed="rId11"/>
                <a:stretch>
                  <a:fillRect l="-8000" t="-25000" r="-16000" b="-62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CEDBBB34-C396-187B-E304-7B01523D8FBC}"/>
                  </a:ext>
                </a:extLst>
              </p:cNvPr>
              <p:cNvSpPr txBox="1"/>
              <p:nvPr/>
            </p:nvSpPr>
            <p:spPr>
              <a:xfrm>
                <a:off x="4317867" y="1493466"/>
                <a:ext cx="306302" cy="923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600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GB" sz="600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GB" sz="600" dirty="0"/>
                  <a:t> (D)</a:t>
                </a: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CEDBBB34-C396-187B-E304-7B01523D8F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7867" y="1493466"/>
                <a:ext cx="306302" cy="92333"/>
              </a:xfrm>
              <a:prstGeom prst="rect">
                <a:avLst/>
              </a:prstGeom>
              <a:blipFill>
                <a:blip r:embed="rId12"/>
                <a:stretch>
                  <a:fillRect l="-7692" t="-25000" r="-11538" b="-62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73EFEB47-593F-D9EA-FD4B-03A5D21B3CE2}"/>
                  </a:ext>
                </a:extLst>
              </p:cNvPr>
              <p:cNvSpPr txBox="1"/>
              <p:nvPr/>
            </p:nvSpPr>
            <p:spPr>
              <a:xfrm>
                <a:off x="4317867" y="862582"/>
                <a:ext cx="295081" cy="923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600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GB" sz="600" b="0" i="1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n-GB" sz="600" dirty="0"/>
                  <a:t> (E)</a:t>
                </a: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73EFEB47-593F-D9EA-FD4B-03A5D21B3C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7867" y="862582"/>
                <a:ext cx="295081" cy="92333"/>
              </a:xfrm>
              <a:prstGeom prst="rect">
                <a:avLst/>
              </a:prstGeom>
              <a:blipFill>
                <a:blip r:embed="rId13"/>
                <a:stretch>
                  <a:fillRect l="-8000" t="-22222" r="-12000" b="-4444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71775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7330</TotalTime>
  <Words>52</Words>
  <Application>Microsoft Macintosh PowerPoint</Application>
  <PresentationFormat>Widescreen</PresentationFormat>
  <Paragraphs>20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KAYE, ALEX (PGR)</dc:creator>
  <cp:lastModifiedBy>Kaye, Alex</cp:lastModifiedBy>
  <cp:revision>47</cp:revision>
  <dcterms:created xsi:type="dcterms:W3CDTF">2023-09-11T15:55:28Z</dcterms:created>
  <dcterms:modified xsi:type="dcterms:W3CDTF">2026-02-27T13:18:16Z</dcterms:modified>
</cp:coreProperties>
</file>